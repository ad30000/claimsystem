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8" r:id="rId3"/>
    <p:sldId id="259" r:id="rId4"/>
    <p:sldId id="260" r:id="rId5"/>
    <p:sldId id="264" r:id="rId6"/>
    <p:sldId id="263" r:id="rId7"/>
    <p:sldId id="261" r:id="rId8"/>
    <p:sldId id="266" r:id="rId9"/>
    <p:sldId id="267" r:id="rId10"/>
    <p:sldId id="268" r:id="rId11"/>
    <p:sldId id="269"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3F416D-AADD-9D4E-9318-082D9A1B6D61}" v="91" dt="2025-11-21T11:07:00.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43"/>
    <p:restoredTop sz="94691"/>
  </p:normalViewPr>
  <p:slideViewPr>
    <p:cSldViewPr snapToGrid="0">
      <p:cViewPr varScale="1">
        <p:scale>
          <a:sx n="106" d="100"/>
          <a:sy n="106" d="100"/>
        </p:scale>
        <p:origin x="192"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le Ndalo Dlamini" userId="92a8a89d-3be6-4ec1-bc07-1c822e96e481" providerId="ADAL" clId="{08D6E771-D0ED-5C58-9EC0-CCA0479AD86D}"/>
    <pc:docChg chg="undo redo custSel addSld delSld modSld sldOrd">
      <pc:chgData name="Amile Ndalo Dlamini" userId="92a8a89d-3be6-4ec1-bc07-1c822e96e481" providerId="ADAL" clId="{08D6E771-D0ED-5C58-9EC0-CCA0479AD86D}" dt="2025-11-21T11:43:38.173" v="6324" actId="20577"/>
      <pc:docMkLst>
        <pc:docMk/>
      </pc:docMkLst>
      <pc:sldChg chg="modSp new del mod ord">
        <pc:chgData name="Amile Ndalo Dlamini" userId="92a8a89d-3be6-4ec1-bc07-1c822e96e481" providerId="ADAL" clId="{08D6E771-D0ED-5C58-9EC0-CCA0479AD86D}" dt="2025-11-21T08:54:38.907" v="5683" actId="2696"/>
        <pc:sldMkLst>
          <pc:docMk/>
          <pc:sldMk cId="1129398198" sldId="257"/>
        </pc:sldMkLst>
        <pc:spChg chg="mod">
          <ac:chgData name="Amile Ndalo Dlamini" userId="92a8a89d-3be6-4ec1-bc07-1c822e96e481" providerId="ADAL" clId="{08D6E771-D0ED-5C58-9EC0-CCA0479AD86D}" dt="2025-11-21T06:39:46.292" v="5603" actId="20577"/>
          <ac:spMkLst>
            <pc:docMk/>
            <pc:sldMk cId="1129398198" sldId="257"/>
            <ac:spMk id="3" creationId="{C95C6DEE-CE3E-34A9-7874-E65076F83EB0}"/>
          </ac:spMkLst>
        </pc:spChg>
      </pc:sldChg>
      <pc:sldChg chg="addSp delSp modSp new mod setBg">
        <pc:chgData name="Amile Ndalo Dlamini" userId="92a8a89d-3be6-4ec1-bc07-1c822e96e481" providerId="ADAL" clId="{08D6E771-D0ED-5C58-9EC0-CCA0479AD86D}" dt="2025-11-21T11:34:33.240" v="6318" actId="313"/>
        <pc:sldMkLst>
          <pc:docMk/>
          <pc:sldMk cId="1852736650" sldId="258"/>
        </pc:sldMkLst>
        <pc:spChg chg="mod">
          <ac:chgData name="Amile Ndalo Dlamini" userId="92a8a89d-3be6-4ec1-bc07-1c822e96e481" providerId="ADAL" clId="{08D6E771-D0ED-5C58-9EC0-CCA0479AD86D}" dt="2025-11-20T07:19:09.592" v="1492" actId="113"/>
          <ac:spMkLst>
            <pc:docMk/>
            <pc:sldMk cId="1852736650" sldId="258"/>
            <ac:spMk id="2" creationId="{6D28AFAE-E9C0-09A0-08BD-3DDEB5645A3A}"/>
          </ac:spMkLst>
        </pc:spChg>
        <pc:spChg chg="mod">
          <ac:chgData name="Amile Ndalo Dlamini" userId="92a8a89d-3be6-4ec1-bc07-1c822e96e481" providerId="ADAL" clId="{08D6E771-D0ED-5C58-9EC0-CCA0479AD86D}" dt="2025-11-21T11:34:33.240" v="6318" actId="313"/>
          <ac:spMkLst>
            <pc:docMk/>
            <pc:sldMk cId="1852736650" sldId="258"/>
            <ac:spMk id="3" creationId="{6D2CAD79-BF60-3A8C-CC24-1FBD82DC1AD8}"/>
          </ac:spMkLst>
        </pc:spChg>
        <pc:spChg chg="add">
          <ac:chgData name="Amile Ndalo Dlamini" userId="92a8a89d-3be6-4ec1-bc07-1c822e96e481" providerId="ADAL" clId="{08D6E771-D0ED-5C58-9EC0-CCA0479AD86D}" dt="2025-11-19T22:38:35.169" v="1327" actId="26606"/>
          <ac:spMkLst>
            <pc:docMk/>
            <pc:sldMk cId="1852736650" sldId="258"/>
            <ac:spMk id="15" creationId="{063F27BC-7079-4FF7-8F7C-ABC82FA3C247}"/>
          </ac:spMkLst>
        </pc:spChg>
        <pc:picChg chg="add">
          <ac:chgData name="Amile Ndalo Dlamini" userId="92a8a89d-3be6-4ec1-bc07-1c822e96e481" providerId="ADAL" clId="{08D6E771-D0ED-5C58-9EC0-CCA0479AD86D}" dt="2025-11-19T22:38:35.169" v="1327" actId="26606"/>
          <ac:picMkLst>
            <pc:docMk/>
            <pc:sldMk cId="1852736650" sldId="258"/>
            <ac:picMk id="12" creationId="{E0277AD2-553A-EC93-14CA-68E4BC8354DA}"/>
          </ac:picMkLst>
        </pc:picChg>
        <pc:cxnChg chg="add">
          <ac:chgData name="Amile Ndalo Dlamini" userId="92a8a89d-3be6-4ec1-bc07-1c822e96e481" providerId="ADAL" clId="{08D6E771-D0ED-5C58-9EC0-CCA0479AD86D}" dt="2025-11-19T22:38:35.169" v="1327" actId="26606"/>
          <ac:cxnSpMkLst>
            <pc:docMk/>
            <pc:sldMk cId="1852736650" sldId="258"/>
            <ac:cxnSpMk id="17" creationId="{40BBF191-9CC8-4313-B1CA-8DF1A53AE4F9}"/>
          </ac:cxnSpMkLst>
        </pc:cxnChg>
      </pc:sldChg>
      <pc:sldChg chg="addSp delSp modSp new mod setBg">
        <pc:chgData name="Amile Ndalo Dlamini" userId="92a8a89d-3be6-4ec1-bc07-1c822e96e481" providerId="ADAL" clId="{08D6E771-D0ED-5C58-9EC0-CCA0479AD86D}" dt="2025-11-21T11:07:21.161" v="6313" actId="20577"/>
        <pc:sldMkLst>
          <pc:docMk/>
          <pc:sldMk cId="3910807372" sldId="259"/>
        </pc:sldMkLst>
        <pc:spChg chg="mod">
          <ac:chgData name="Amile Ndalo Dlamini" userId="92a8a89d-3be6-4ec1-bc07-1c822e96e481" providerId="ADAL" clId="{08D6E771-D0ED-5C58-9EC0-CCA0479AD86D}" dt="2025-11-20T07:26:36.281" v="1811" actId="26606"/>
          <ac:spMkLst>
            <pc:docMk/>
            <pc:sldMk cId="3910807372" sldId="259"/>
            <ac:spMk id="2" creationId="{C83B3FCE-580B-5811-34F0-15976A11DB77}"/>
          </ac:spMkLst>
        </pc:spChg>
        <pc:spChg chg="mod ord">
          <ac:chgData name="Amile Ndalo Dlamini" userId="92a8a89d-3be6-4ec1-bc07-1c822e96e481" providerId="ADAL" clId="{08D6E771-D0ED-5C58-9EC0-CCA0479AD86D}" dt="2025-11-21T11:07:21.161" v="6313" actId="20577"/>
          <ac:spMkLst>
            <pc:docMk/>
            <pc:sldMk cId="3910807372" sldId="259"/>
            <ac:spMk id="3" creationId="{7D3C61A6-7366-B174-85D4-4BC848A1BE57}"/>
          </ac:spMkLst>
        </pc:spChg>
        <pc:spChg chg="add del">
          <ac:chgData name="Amile Ndalo Dlamini" userId="92a8a89d-3be6-4ec1-bc07-1c822e96e481" providerId="ADAL" clId="{08D6E771-D0ED-5C58-9EC0-CCA0479AD86D}" dt="2025-11-20T07:26:36.284" v="1812" actId="26606"/>
          <ac:spMkLst>
            <pc:docMk/>
            <pc:sldMk cId="3910807372" sldId="259"/>
            <ac:spMk id="10" creationId="{744CAA32-F237-419C-A2DD-43C28D920D3C}"/>
          </ac:spMkLst>
        </pc:spChg>
        <pc:spChg chg="add del">
          <ac:chgData name="Amile Ndalo Dlamini" userId="92a8a89d-3be6-4ec1-bc07-1c822e96e481" providerId="ADAL" clId="{08D6E771-D0ED-5C58-9EC0-CCA0479AD86D}" dt="2025-11-20T07:26:32.203" v="1809" actId="26606"/>
          <ac:spMkLst>
            <pc:docMk/>
            <pc:sldMk cId="3910807372" sldId="259"/>
            <ac:spMk id="17" creationId="{744CAA32-F237-419C-A2DD-43C28D920D3C}"/>
          </ac:spMkLst>
        </pc:spChg>
        <pc:spChg chg="add del">
          <ac:chgData name="Amile Ndalo Dlamini" userId="92a8a89d-3be6-4ec1-bc07-1c822e96e481" providerId="ADAL" clId="{08D6E771-D0ED-5C58-9EC0-CCA0479AD86D}" dt="2025-11-20T07:26:36.281" v="1811" actId="26606"/>
          <ac:spMkLst>
            <pc:docMk/>
            <pc:sldMk cId="3910807372" sldId="259"/>
            <ac:spMk id="21" creationId="{744CAA32-F237-419C-A2DD-43C28D920D3C}"/>
          </ac:spMkLst>
        </pc:spChg>
        <pc:spChg chg="add">
          <ac:chgData name="Amile Ndalo Dlamini" userId="92a8a89d-3be6-4ec1-bc07-1c822e96e481" providerId="ADAL" clId="{08D6E771-D0ED-5C58-9EC0-CCA0479AD86D}" dt="2025-11-20T07:26:36.284" v="1812" actId="26606"/>
          <ac:spMkLst>
            <pc:docMk/>
            <pc:sldMk cId="3910807372" sldId="259"/>
            <ac:spMk id="24" creationId="{744CAA32-F237-419C-A2DD-43C28D920D3C}"/>
          </ac:spMkLst>
        </pc:spChg>
        <pc:picChg chg="add mod">
          <ac:chgData name="Amile Ndalo Dlamini" userId="92a8a89d-3be6-4ec1-bc07-1c822e96e481" providerId="ADAL" clId="{08D6E771-D0ED-5C58-9EC0-CCA0479AD86D}" dt="2025-11-20T07:26:36.281" v="1811" actId="26606"/>
          <ac:picMkLst>
            <pc:docMk/>
            <pc:sldMk cId="3910807372" sldId="259"/>
            <ac:picMk id="7" creationId="{61384614-BB08-D66F-E4F0-969FF6E942F6}"/>
          </ac:picMkLst>
        </pc:picChg>
        <pc:cxnChg chg="add del">
          <ac:chgData name="Amile Ndalo Dlamini" userId="92a8a89d-3be6-4ec1-bc07-1c822e96e481" providerId="ADAL" clId="{08D6E771-D0ED-5C58-9EC0-CCA0479AD86D}" dt="2025-11-20T07:26:36.284" v="1812" actId="26606"/>
          <ac:cxnSpMkLst>
            <pc:docMk/>
            <pc:sldMk cId="3910807372" sldId="259"/>
            <ac:cxnSpMk id="12" creationId="{753FE100-D0AB-4AE2-824B-60CFA31EC6A2}"/>
          </ac:cxnSpMkLst>
        </pc:cxnChg>
        <pc:cxnChg chg="add del">
          <ac:chgData name="Amile Ndalo Dlamini" userId="92a8a89d-3be6-4ec1-bc07-1c822e96e481" providerId="ADAL" clId="{08D6E771-D0ED-5C58-9EC0-CCA0479AD86D}" dt="2025-11-20T07:26:32.203" v="1809" actId="26606"/>
          <ac:cxnSpMkLst>
            <pc:docMk/>
            <pc:sldMk cId="3910807372" sldId="259"/>
            <ac:cxnSpMk id="19" creationId="{753FE100-D0AB-4AE2-824B-60CFA31EC6A2}"/>
          </ac:cxnSpMkLst>
        </pc:cxnChg>
        <pc:cxnChg chg="add del">
          <ac:chgData name="Amile Ndalo Dlamini" userId="92a8a89d-3be6-4ec1-bc07-1c822e96e481" providerId="ADAL" clId="{08D6E771-D0ED-5C58-9EC0-CCA0479AD86D}" dt="2025-11-20T07:26:36.281" v="1811" actId="26606"/>
          <ac:cxnSpMkLst>
            <pc:docMk/>
            <pc:sldMk cId="3910807372" sldId="259"/>
            <ac:cxnSpMk id="22" creationId="{753FE100-D0AB-4AE2-824B-60CFA31EC6A2}"/>
          </ac:cxnSpMkLst>
        </pc:cxnChg>
        <pc:cxnChg chg="add">
          <ac:chgData name="Amile Ndalo Dlamini" userId="92a8a89d-3be6-4ec1-bc07-1c822e96e481" providerId="ADAL" clId="{08D6E771-D0ED-5C58-9EC0-CCA0479AD86D}" dt="2025-11-20T07:26:36.284" v="1812" actId="26606"/>
          <ac:cxnSpMkLst>
            <pc:docMk/>
            <pc:sldMk cId="3910807372" sldId="259"/>
            <ac:cxnSpMk id="25" creationId="{753FE100-D0AB-4AE2-824B-60CFA31EC6A2}"/>
          </ac:cxnSpMkLst>
        </pc:cxnChg>
      </pc:sldChg>
      <pc:sldChg chg="addSp delSp modSp new mod setBg setClrOvrMap">
        <pc:chgData name="Amile Ndalo Dlamini" userId="92a8a89d-3be6-4ec1-bc07-1c822e96e481" providerId="ADAL" clId="{08D6E771-D0ED-5C58-9EC0-CCA0479AD86D}" dt="2025-11-20T09:20:31.661" v="1883" actId="26606"/>
        <pc:sldMkLst>
          <pc:docMk/>
          <pc:sldMk cId="614668780" sldId="260"/>
        </pc:sldMkLst>
        <pc:spChg chg="mod ord">
          <ac:chgData name="Amile Ndalo Dlamini" userId="92a8a89d-3be6-4ec1-bc07-1c822e96e481" providerId="ADAL" clId="{08D6E771-D0ED-5C58-9EC0-CCA0479AD86D}" dt="2025-11-20T09:20:31.661" v="1883" actId="26606"/>
          <ac:spMkLst>
            <pc:docMk/>
            <pc:sldMk cId="614668780" sldId="260"/>
            <ac:spMk id="2" creationId="{E0DAE751-7828-6BBD-54CB-AA23E6CE7CBA}"/>
          </ac:spMkLst>
        </pc:spChg>
        <pc:spChg chg="add del">
          <ac:chgData name="Amile Ndalo Dlamini" userId="92a8a89d-3be6-4ec1-bc07-1c822e96e481" providerId="ADAL" clId="{08D6E771-D0ED-5C58-9EC0-CCA0479AD86D}" dt="2025-11-20T09:20:31.661" v="1883" actId="26606"/>
          <ac:spMkLst>
            <pc:docMk/>
            <pc:sldMk cId="614668780" sldId="260"/>
            <ac:spMk id="10" creationId="{406BD704-01C2-4341-B99A-116CC7EC56EF}"/>
          </ac:spMkLst>
        </pc:spChg>
        <pc:spChg chg="add del">
          <ac:chgData name="Amile Ndalo Dlamini" userId="92a8a89d-3be6-4ec1-bc07-1c822e96e481" providerId="ADAL" clId="{08D6E771-D0ED-5C58-9EC0-CCA0479AD86D}" dt="2025-11-20T09:20:31.661" v="1883" actId="26606"/>
          <ac:spMkLst>
            <pc:docMk/>
            <pc:sldMk cId="614668780" sldId="260"/>
            <ac:spMk id="12" creationId="{0225C01B-A296-4FAA-AA46-794F27DF6934}"/>
          </ac:spMkLst>
        </pc:spChg>
        <pc:spChg chg="add mod">
          <ac:chgData name="Amile Ndalo Dlamini" userId="92a8a89d-3be6-4ec1-bc07-1c822e96e481" providerId="ADAL" clId="{08D6E771-D0ED-5C58-9EC0-CCA0479AD86D}" dt="2025-11-20T09:20:31.661" v="1883" actId="26606"/>
          <ac:spMkLst>
            <pc:docMk/>
            <pc:sldMk cId="614668780" sldId="260"/>
            <ac:spMk id="16" creationId="{E0937FB8-5FEB-F370-F5B7-17F440C1363D}"/>
          </ac:spMkLst>
        </pc:spChg>
        <pc:spChg chg="add">
          <ac:chgData name="Amile Ndalo Dlamini" userId="92a8a89d-3be6-4ec1-bc07-1c822e96e481" providerId="ADAL" clId="{08D6E771-D0ED-5C58-9EC0-CCA0479AD86D}" dt="2025-11-20T09:20:31.661" v="1883" actId="26606"/>
          <ac:spMkLst>
            <pc:docMk/>
            <pc:sldMk cId="614668780" sldId="260"/>
            <ac:spMk id="23" creationId="{46B9231A-B34B-4A29-A6AC-532E1EE81575}"/>
          </ac:spMkLst>
        </pc:spChg>
        <pc:picChg chg="add mod">
          <ac:chgData name="Amile Ndalo Dlamini" userId="92a8a89d-3be6-4ec1-bc07-1c822e96e481" providerId="ADAL" clId="{08D6E771-D0ED-5C58-9EC0-CCA0479AD86D}" dt="2025-11-20T09:20:31.661" v="1883" actId="26606"/>
          <ac:picMkLst>
            <pc:docMk/>
            <pc:sldMk cId="614668780" sldId="260"/>
            <ac:picMk id="4" creationId="{ECCB44A0-667F-6599-2123-A8415E749E87}"/>
          </ac:picMkLst>
        </pc:picChg>
        <pc:cxnChg chg="add del">
          <ac:chgData name="Amile Ndalo Dlamini" userId="92a8a89d-3be6-4ec1-bc07-1c822e96e481" providerId="ADAL" clId="{08D6E771-D0ED-5C58-9EC0-CCA0479AD86D}" dt="2025-11-20T09:20:31.661" v="1883" actId="26606"/>
          <ac:cxnSpMkLst>
            <pc:docMk/>
            <pc:sldMk cId="614668780" sldId="260"/>
            <ac:cxnSpMk id="14" creationId="{62713E66-598D-4B8A-9D2A-67C7AF46EF11}"/>
          </ac:cxnSpMkLst>
        </pc:cxnChg>
        <pc:cxnChg chg="add">
          <ac:chgData name="Amile Ndalo Dlamini" userId="92a8a89d-3be6-4ec1-bc07-1c822e96e481" providerId="ADAL" clId="{08D6E771-D0ED-5C58-9EC0-CCA0479AD86D}" dt="2025-11-20T09:20:31.661" v="1883" actId="26606"/>
          <ac:cxnSpMkLst>
            <pc:docMk/>
            <pc:sldMk cId="614668780" sldId="260"/>
            <ac:cxnSpMk id="21" creationId="{118E06E4-607B-144B-382B-AD3D06B1EE8C}"/>
          </ac:cxnSpMkLst>
        </pc:cxnChg>
        <pc:cxnChg chg="add">
          <ac:chgData name="Amile Ndalo Dlamini" userId="92a8a89d-3be6-4ec1-bc07-1c822e96e481" providerId="ADAL" clId="{08D6E771-D0ED-5C58-9EC0-CCA0479AD86D}" dt="2025-11-20T09:20:31.661" v="1883" actId="26606"/>
          <ac:cxnSpMkLst>
            <pc:docMk/>
            <pc:sldMk cId="614668780" sldId="260"/>
            <ac:cxnSpMk id="25" creationId="{F0CE0765-E93C-4D37-9D5F-D464EFB10FA7}"/>
          </ac:cxnSpMkLst>
        </pc:cxnChg>
      </pc:sldChg>
      <pc:sldChg chg="addSp delSp modSp new mod setBg">
        <pc:chgData name="Amile Ndalo Dlamini" userId="92a8a89d-3be6-4ec1-bc07-1c822e96e481" providerId="ADAL" clId="{08D6E771-D0ED-5C58-9EC0-CCA0479AD86D}" dt="2025-11-21T09:30:16.481" v="5965"/>
        <pc:sldMkLst>
          <pc:docMk/>
          <pc:sldMk cId="3803084946" sldId="261"/>
        </pc:sldMkLst>
        <pc:spChg chg="mod">
          <ac:chgData name="Amile Ndalo Dlamini" userId="92a8a89d-3be6-4ec1-bc07-1c822e96e481" providerId="ADAL" clId="{08D6E771-D0ED-5C58-9EC0-CCA0479AD86D}" dt="2025-11-20T22:34:03.929" v="4355" actId="20577"/>
          <ac:spMkLst>
            <pc:docMk/>
            <pc:sldMk cId="3803084946" sldId="261"/>
            <ac:spMk id="2" creationId="{7242D8AD-9135-376E-FD3C-EAB4398D2356}"/>
          </ac:spMkLst>
        </pc:spChg>
        <pc:spChg chg="del">
          <ac:chgData name="Amile Ndalo Dlamini" userId="92a8a89d-3be6-4ec1-bc07-1c822e96e481" providerId="ADAL" clId="{08D6E771-D0ED-5C58-9EC0-CCA0479AD86D}" dt="2025-11-20T22:33:33.671" v="4326"/>
          <ac:spMkLst>
            <pc:docMk/>
            <pc:sldMk cId="3803084946" sldId="261"/>
            <ac:spMk id="3" creationId="{A27669A8-58AE-C58A-9356-31040C4654A4}"/>
          </ac:spMkLst>
        </pc:spChg>
        <pc:spChg chg="add mod">
          <ac:chgData name="Amile Ndalo Dlamini" userId="92a8a89d-3be6-4ec1-bc07-1c822e96e481" providerId="ADAL" clId="{08D6E771-D0ED-5C58-9EC0-CCA0479AD86D}" dt="2025-11-21T09:30:16.481" v="5965"/>
          <ac:spMkLst>
            <pc:docMk/>
            <pc:sldMk cId="3803084946" sldId="261"/>
            <ac:spMk id="9" creationId="{66B99ED5-EA51-7B41-A12B-F08053E26F3F}"/>
          </ac:spMkLst>
        </pc:spChg>
        <pc:spChg chg="add">
          <ac:chgData name="Amile Ndalo Dlamini" userId="92a8a89d-3be6-4ec1-bc07-1c822e96e481" providerId="ADAL" clId="{08D6E771-D0ED-5C58-9EC0-CCA0479AD86D}" dt="2025-11-20T22:33:48.429" v="4329" actId="26606"/>
          <ac:spMkLst>
            <pc:docMk/>
            <pc:sldMk cId="3803084946" sldId="261"/>
            <ac:spMk id="12" creationId="{744CAA32-F237-419C-A2DD-43C28D920D3C}"/>
          </ac:spMkLst>
        </pc:spChg>
        <pc:picChg chg="add mod">
          <ac:chgData name="Amile Ndalo Dlamini" userId="92a8a89d-3be6-4ec1-bc07-1c822e96e481" providerId="ADAL" clId="{08D6E771-D0ED-5C58-9EC0-CCA0479AD86D}" dt="2025-11-20T22:33:48.429" v="4329" actId="26606"/>
          <ac:picMkLst>
            <pc:docMk/>
            <pc:sldMk cId="3803084946" sldId="261"/>
            <ac:picMk id="5" creationId="{4E686755-FF90-D3F4-8B1D-E2C83F18EB92}"/>
          </ac:picMkLst>
        </pc:picChg>
        <pc:cxnChg chg="add">
          <ac:chgData name="Amile Ndalo Dlamini" userId="92a8a89d-3be6-4ec1-bc07-1c822e96e481" providerId="ADAL" clId="{08D6E771-D0ED-5C58-9EC0-CCA0479AD86D}" dt="2025-11-20T22:33:48.429" v="4329" actId="26606"/>
          <ac:cxnSpMkLst>
            <pc:docMk/>
            <pc:sldMk cId="3803084946" sldId="261"/>
            <ac:cxnSpMk id="14" creationId="{02C7985C-B0C3-CC50-E86A-B5EBA40E01DF}"/>
          </ac:cxnSpMkLst>
        </pc:cxnChg>
      </pc:sldChg>
      <pc:sldChg chg="modSp new del mod">
        <pc:chgData name="Amile Ndalo Dlamini" userId="92a8a89d-3be6-4ec1-bc07-1c822e96e481" providerId="ADAL" clId="{08D6E771-D0ED-5C58-9EC0-CCA0479AD86D}" dt="2025-11-20T18:11:47.691" v="3994" actId="2696"/>
        <pc:sldMkLst>
          <pc:docMk/>
          <pc:sldMk cId="213477921" sldId="262"/>
        </pc:sldMkLst>
        <pc:spChg chg="mod">
          <ac:chgData name="Amile Ndalo Dlamini" userId="92a8a89d-3be6-4ec1-bc07-1c822e96e481" providerId="ADAL" clId="{08D6E771-D0ED-5C58-9EC0-CCA0479AD86D}" dt="2025-11-20T09:20:54.469" v="1894" actId="20577"/>
          <ac:spMkLst>
            <pc:docMk/>
            <pc:sldMk cId="213477921" sldId="262"/>
            <ac:spMk id="2" creationId="{98F6AFCD-ED98-D6DA-87F5-BC9B5BAF5FCA}"/>
          </ac:spMkLst>
        </pc:spChg>
        <pc:spChg chg="mod">
          <ac:chgData name="Amile Ndalo Dlamini" userId="92a8a89d-3be6-4ec1-bc07-1c822e96e481" providerId="ADAL" clId="{08D6E771-D0ED-5C58-9EC0-CCA0479AD86D}" dt="2025-11-20T17:52:29.276" v="3585" actId="20577"/>
          <ac:spMkLst>
            <pc:docMk/>
            <pc:sldMk cId="213477921" sldId="262"/>
            <ac:spMk id="3" creationId="{3CCBD51C-B740-2192-AAF9-381C8695A28F}"/>
          </ac:spMkLst>
        </pc:spChg>
      </pc:sldChg>
      <pc:sldChg chg="addSp delSp modSp new mod setBg">
        <pc:chgData name="Amile Ndalo Dlamini" userId="92a8a89d-3be6-4ec1-bc07-1c822e96e481" providerId="ADAL" clId="{08D6E771-D0ED-5C58-9EC0-CCA0479AD86D}" dt="2025-11-21T11:00:00.172" v="6264"/>
        <pc:sldMkLst>
          <pc:docMk/>
          <pc:sldMk cId="1699730566" sldId="263"/>
        </pc:sldMkLst>
        <pc:spChg chg="mod">
          <ac:chgData name="Amile Ndalo Dlamini" userId="92a8a89d-3be6-4ec1-bc07-1c822e96e481" providerId="ADAL" clId="{08D6E771-D0ED-5C58-9EC0-CCA0479AD86D}" dt="2025-11-20T17:53:04.550" v="3587" actId="26606"/>
          <ac:spMkLst>
            <pc:docMk/>
            <pc:sldMk cId="1699730566" sldId="263"/>
            <ac:spMk id="2" creationId="{C022CFC1-9B91-17C6-DA5D-23ABC733E006}"/>
          </ac:spMkLst>
        </pc:spChg>
        <pc:spChg chg="mod ord">
          <ac:chgData name="Amile Ndalo Dlamini" userId="92a8a89d-3be6-4ec1-bc07-1c822e96e481" providerId="ADAL" clId="{08D6E771-D0ED-5C58-9EC0-CCA0479AD86D}" dt="2025-11-21T11:00:00.172" v="6264"/>
          <ac:spMkLst>
            <pc:docMk/>
            <pc:sldMk cId="1699730566" sldId="263"/>
            <ac:spMk id="3" creationId="{76BC3A21-E8DE-7781-5B71-0F11A66F90C8}"/>
          </ac:spMkLst>
        </pc:spChg>
        <pc:spChg chg="add del">
          <ac:chgData name="Amile Ndalo Dlamini" userId="92a8a89d-3be6-4ec1-bc07-1c822e96e481" providerId="ADAL" clId="{08D6E771-D0ED-5C58-9EC0-CCA0479AD86D}" dt="2025-11-20T17:53:04.550" v="3587" actId="26606"/>
          <ac:spMkLst>
            <pc:docMk/>
            <pc:sldMk cId="1699730566" sldId="263"/>
            <ac:spMk id="10" creationId="{744CAA32-F237-419C-A2DD-43C28D920D3C}"/>
          </ac:spMkLst>
        </pc:spChg>
        <pc:spChg chg="add">
          <ac:chgData name="Amile Ndalo Dlamini" userId="92a8a89d-3be6-4ec1-bc07-1c822e96e481" providerId="ADAL" clId="{08D6E771-D0ED-5C58-9EC0-CCA0479AD86D}" dt="2025-11-20T17:53:04.550" v="3587" actId="26606"/>
          <ac:spMkLst>
            <pc:docMk/>
            <pc:sldMk cId="1699730566" sldId="263"/>
            <ac:spMk id="17" creationId="{DBDA151C-5770-45E4-AAFF-59E7F403866D}"/>
          </ac:spMkLst>
        </pc:spChg>
        <pc:picChg chg="add mod">
          <ac:chgData name="Amile Ndalo Dlamini" userId="92a8a89d-3be6-4ec1-bc07-1c822e96e481" providerId="ADAL" clId="{08D6E771-D0ED-5C58-9EC0-CCA0479AD86D}" dt="2025-11-20T17:53:04.550" v="3587" actId="26606"/>
          <ac:picMkLst>
            <pc:docMk/>
            <pc:sldMk cId="1699730566" sldId="263"/>
            <ac:picMk id="7" creationId="{EA44BA27-9591-905A-3206-3081C675D7AD}"/>
          </ac:picMkLst>
        </pc:picChg>
        <pc:cxnChg chg="add del">
          <ac:chgData name="Amile Ndalo Dlamini" userId="92a8a89d-3be6-4ec1-bc07-1c822e96e481" providerId="ADAL" clId="{08D6E771-D0ED-5C58-9EC0-CCA0479AD86D}" dt="2025-11-20T17:53:04.550" v="3587" actId="26606"/>
          <ac:cxnSpMkLst>
            <pc:docMk/>
            <pc:sldMk cId="1699730566" sldId="263"/>
            <ac:cxnSpMk id="12" creationId="{753FE100-D0AB-4AE2-824B-60CFA31EC6A2}"/>
          </ac:cxnSpMkLst>
        </pc:cxnChg>
        <pc:cxnChg chg="add">
          <ac:chgData name="Amile Ndalo Dlamini" userId="92a8a89d-3be6-4ec1-bc07-1c822e96e481" providerId="ADAL" clId="{08D6E771-D0ED-5C58-9EC0-CCA0479AD86D}" dt="2025-11-20T17:53:04.550" v="3587" actId="26606"/>
          <ac:cxnSpMkLst>
            <pc:docMk/>
            <pc:sldMk cId="1699730566" sldId="263"/>
            <ac:cxnSpMk id="19" creationId="{B209265E-E0D7-493B-97CE-2263D50C3F0A}"/>
          </ac:cxnSpMkLst>
        </pc:cxnChg>
      </pc:sldChg>
      <pc:sldChg chg="addSp modSp new mod setBg">
        <pc:chgData name="Amile Ndalo Dlamini" userId="92a8a89d-3be6-4ec1-bc07-1c822e96e481" providerId="ADAL" clId="{08D6E771-D0ED-5C58-9EC0-CCA0479AD86D}" dt="2025-11-21T11:33:05.838" v="6314" actId="20577"/>
        <pc:sldMkLst>
          <pc:docMk/>
          <pc:sldMk cId="4049130069" sldId="264"/>
        </pc:sldMkLst>
        <pc:spChg chg="mod">
          <ac:chgData name="Amile Ndalo Dlamini" userId="92a8a89d-3be6-4ec1-bc07-1c822e96e481" providerId="ADAL" clId="{08D6E771-D0ED-5C58-9EC0-CCA0479AD86D}" dt="2025-11-20T18:44:35.887" v="4125" actId="26606"/>
          <ac:spMkLst>
            <pc:docMk/>
            <pc:sldMk cId="4049130069" sldId="264"/>
            <ac:spMk id="2" creationId="{93056A1F-BD83-E282-D14B-8A6C29FDE0AC}"/>
          </ac:spMkLst>
        </pc:spChg>
        <pc:spChg chg="mod ord">
          <ac:chgData name="Amile Ndalo Dlamini" userId="92a8a89d-3be6-4ec1-bc07-1c822e96e481" providerId="ADAL" clId="{08D6E771-D0ED-5C58-9EC0-CCA0479AD86D}" dt="2025-11-21T11:33:05.838" v="6314" actId="20577"/>
          <ac:spMkLst>
            <pc:docMk/>
            <pc:sldMk cId="4049130069" sldId="264"/>
            <ac:spMk id="3" creationId="{C15DC0B8-9039-5B2C-8340-97589A60764B}"/>
          </ac:spMkLst>
        </pc:spChg>
        <pc:spChg chg="add">
          <ac:chgData name="Amile Ndalo Dlamini" userId="92a8a89d-3be6-4ec1-bc07-1c822e96e481" providerId="ADAL" clId="{08D6E771-D0ED-5C58-9EC0-CCA0479AD86D}" dt="2025-11-20T18:44:35.887" v="4125" actId="26606"/>
          <ac:spMkLst>
            <pc:docMk/>
            <pc:sldMk cId="4049130069" sldId="264"/>
            <ac:spMk id="10" creationId="{744CAA32-F237-419C-A2DD-43C28D920D3C}"/>
          </ac:spMkLst>
        </pc:spChg>
        <pc:picChg chg="add mod">
          <ac:chgData name="Amile Ndalo Dlamini" userId="92a8a89d-3be6-4ec1-bc07-1c822e96e481" providerId="ADAL" clId="{08D6E771-D0ED-5C58-9EC0-CCA0479AD86D}" dt="2025-11-20T18:44:55.447" v="4132" actId="962"/>
          <ac:picMkLst>
            <pc:docMk/>
            <pc:sldMk cId="4049130069" sldId="264"/>
            <ac:picMk id="5" creationId="{364A11AF-EE9D-1971-86B8-1E7855DF822A}"/>
          </ac:picMkLst>
        </pc:picChg>
        <pc:cxnChg chg="add">
          <ac:chgData name="Amile Ndalo Dlamini" userId="92a8a89d-3be6-4ec1-bc07-1c822e96e481" providerId="ADAL" clId="{08D6E771-D0ED-5C58-9EC0-CCA0479AD86D}" dt="2025-11-20T18:44:35.887" v="4125" actId="26606"/>
          <ac:cxnSpMkLst>
            <pc:docMk/>
            <pc:sldMk cId="4049130069" sldId="264"/>
            <ac:cxnSpMk id="12" creationId="{08052531-D50B-3899-B150-D05525F4F2BC}"/>
          </ac:cxnSpMkLst>
        </pc:cxnChg>
      </pc:sldChg>
      <pc:sldChg chg="addSp delSp modSp new mod ord">
        <pc:chgData name="Amile Ndalo Dlamini" userId="92a8a89d-3be6-4ec1-bc07-1c822e96e481" providerId="ADAL" clId="{08D6E771-D0ED-5C58-9EC0-CCA0479AD86D}" dt="2025-11-21T10:56:50.475" v="6226" actId="115"/>
        <pc:sldMkLst>
          <pc:docMk/>
          <pc:sldMk cId="3346873914" sldId="265"/>
        </pc:sldMkLst>
        <pc:spChg chg="mod">
          <ac:chgData name="Amile Ndalo Dlamini" userId="92a8a89d-3be6-4ec1-bc07-1c822e96e481" providerId="ADAL" clId="{08D6E771-D0ED-5C58-9EC0-CCA0479AD86D}" dt="2025-11-20T18:47:52.243" v="4167"/>
          <ac:spMkLst>
            <pc:docMk/>
            <pc:sldMk cId="3346873914" sldId="265"/>
            <ac:spMk id="2" creationId="{46DCFA0D-D36B-725D-2C9D-C6A06D23882D}"/>
          </ac:spMkLst>
        </pc:spChg>
        <pc:spChg chg="add del mod">
          <ac:chgData name="Amile Ndalo Dlamini" userId="92a8a89d-3be6-4ec1-bc07-1c822e96e481" providerId="ADAL" clId="{08D6E771-D0ED-5C58-9EC0-CCA0479AD86D}" dt="2025-11-21T10:56:50.475" v="6226" actId="115"/>
          <ac:spMkLst>
            <pc:docMk/>
            <pc:sldMk cId="3346873914" sldId="265"/>
            <ac:spMk id="3" creationId="{A0100383-090D-BBDA-588E-E38A93C8622B}"/>
          </ac:spMkLst>
        </pc:spChg>
        <pc:spChg chg="add mod">
          <ac:chgData name="Amile Ndalo Dlamini" userId="92a8a89d-3be6-4ec1-bc07-1c822e96e481" providerId="ADAL" clId="{08D6E771-D0ED-5C58-9EC0-CCA0479AD86D}" dt="2025-11-20T21:05:28.513" v="4175"/>
          <ac:spMkLst>
            <pc:docMk/>
            <pc:sldMk cId="3346873914" sldId="265"/>
            <ac:spMk id="4" creationId="{F519DB27-30B3-9675-E24D-6EA0CA7EBFED}"/>
          </ac:spMkLst>
        </pc:spChg>
      </pc:sldChg>
      <pc:sldChg chg="addSp delSp modSp new mod setBg">
        <pc:chgData name="Amile Ndalo Dlamini" userId="92a8a89d-3be6-4ec1-bc07-1c822e96e481" providerId="ADAL" clId="{08D6E771-D0ED-5C58-9EC0-CCA0479AD86D}" dt="2025-11-21T09:30:10.157" v="5963"/>
        <pc:sldMkLst>
          <pc:docMk/>
          <pc:sldMk cId="759306186" sldId="266"/>
        </pc:sldMkLst>
        <pc:spChg chg="mod">
          <ac:chgData name="Amile Ndalo Dlamini" userId="92a8a89d-3be6-4ec1-bc07-1c822e96e481" providerId="ADAL" clId="{08D6E771-D0ED-5C58-9EC0-CCA0479AD86D}" dt="2025-11-20T22:38:30.141" v="4422" actId="1076"/>
          <ac:spMkLst>
            <pc:docMk/>
            <pc:sldMk cId="759306186" sldId="266"/>
            <ac:spMk id="2" creationId="{C8796DBC-CDBF-769E-EA6B-0142AA8747BC}"/>
          </ac:spMkLst>
        </pc:spChg>
        <pc:spChg chg="del">
          <ac:chgData name="Amile Ndalo Dlamini" userId="92a8a89d-3be6-4ec1-bc07-1c822e96e481" providerId="ADAL" clId="{08D6E771-D0ED-5C58-9EC0-CCA0479AD86D}" dt="2025-11-20T22:36:26.558" v="4407"/>
          <ac:spMkLst>
            <pc:docMk/>
            <pc:sldMk cId="759306186" sldId="266"/>
            <ac:spMk id="3" creationId="{367A5500-288A-492A-DD83-2830846C75CE}"/>
          </ac:spMkLst>
        </pc:spChg>
        <pc:spChg chg="add del mod">
          <ac:chgData name="Amile Ndalo Dlamini" userId="92a8a89d-3be6-4ec1-bc07-1c822e96e481" providerId="ADAL" clId="{08D6E771-D0ED-5C58-9EC0-CCA0479AD86D}" dt="2025-11-21T06:27:28.862" v="4926"/>
          <ac:spMkLst>
            <pc:docMk/>
            <pc:sldMk cId="759306186" sldId="266"/>
            <ac:spMk id="3" creationId="{8D791718-95E7-CA96-39DD-29E008055014}"/>
          </ac:spMkLst>
        </pc:spChg>
        <pc:spChg chg="add mod">
          <ac:chgData name="Amile Ndalo Dlamini" userId="92a8a89d-3be6-4ec1-bc07-1c822e96e481" providerId="ADAL" clId="{08D6E771-D0ED-5C58-9EC0-CCA0479AD86D}" dt="2025-11-21T09:30:10.157" v="5963"/>
          <ac:spMkLst>
            <pc:docMk/>
            <pc:sldMk cId="759306186" sldId="266"/>
            <ac:spMk id="4" creationId="{4D99507D-9C5B-2E7E-0ACD-3063A15DF6D5}"/>
          </ac:spMkLst>
        </pc:spChg>
        <pc:spChg chg="add del">
          <ac:chgData name="Amile Ndalo Dlamini" userId="92a8a89d-3be6-4ec1-bc07-1c822e96e481" providerId="ADAL" clId="{08D6E771-D0ED-5C58-9EC0-CCA0479AD86D}" dt="2025-11-20T22:38:01.169" v="4417"/>
          <ac:spMkLst>
            <pc:docMk/>
            <pc:sldMk cId="759306186" sldId="266"/>
            <ac:spMk id="9" creationId="{9F6BC8F6-2E8B-DBB0-F39D-3D234830794D}"/>
          </ac:spMkLst>
        </pc:spChg>
        <pc:spChg chg="add del">
          <ac:chgData name="Amile Ndalo Dlamini" userId="92a8a89d-3be6-4ec1-bc07-1c822e96e481" providerId="ADAL" clId="{08D6E771-D0ED-5C58-9EC0-CCA0479AD86D}" dt="2025-11-20T22:38:11.007" v="4420" actId="26606"/>
          <ac:spMkLst>
            <pc:docMk/>
            <pc:sldMk cId="759306186" sldId="266"/>
            <ac:spMk id="12" creationId="{DBDA151C-5770-45E4-AAFF-59E7F403866D}"/>
          </ac:spMkLst>
        </pc:spChg>
        <pc:spChg chg="add">
          <ac:chgData name="Amile Ndalo Dlamini" userId="92a8a89d-3be6-4ec1-bc07-1c822e96e481" providerId="ADAL" clId="{08D6E771-D0ED-5C58-9EC0-CCA0479AD86D}" dt="2025-11-20T22:38:11.007" v="4420" actId="26606"/>
          <ac:spMkLst>
            <pc:docMk/>
            <pc:sldMk cId="759306186" sldId="266"/>
            <ac:spMk id="21" creationId="{19F9BF86-FE94-4517-B97D-026C7515E589}"/>
          </ac:spMkLst>
        </pc:spChg>
        <pc:picChg chg="add del mod">
          <ac:chgData name="Amile Ndalo Dlamini" userId="92a8a89d-3be6-4ec1-bc07-1c822e96e481" providerId="ADAL" clId="{08D6E771-D0ED-5C58-9EC0-CCA0479AD86D}" dt="2025-11-20T22:37:03.601" v="4416" actId="478"/>
          <ac:picMkLst>
            <pc:docMk/>
            <pc:sldMk cId="759306186" sldId="266"/>
            <ac:picMk id="5" creationId="{11C93259-7BE7-0602-636C-E2DBE6AE5D66}"/>
          </ac:picMkLst>
        </pc:picChg>
        <pc:picChg chg="add mod">
          <ac:chgData name="Amile Ndalo Dlamini" userId="92a8a89d-3be6-4ec1-bc07-1c822e96e481" providerId="ADAL" clId="{08D6E771-D0ED-5C58-9EC0-CCA0479AD86D}" dt="2025-11-20T22:38:35.057" v="4423" actId="1076"/>
          <ac:picMkLst>
            <pc:docMk/>
            <pc:sldMk cId="759306186" sldId="266"/>
            <ac:picMk id="7" creationId="{616842BC-C6B2-11B8-411A-20483B5ACBBD}"/>
          </ac:picMkLst>
        </pc:picChg>
        <pc:cxnChg chg="add del">
          <ac:chgData name="Amile Ndalo Dlamini" userId="92a8a89d-3be6-4ec1-bc07-1c822e96e481" providerId="ADAL" clId="{08D6E771-D0ED-5C58-9EC0-CCA0479AD86D}" dt="2025-11-20T22:38:11.007" v="4420" actId="26606"/>
          <ac:cxnSpMkLst>
            <pc:docMk/>
            <pc:sldMk cId="759306186" sldId="266"/>
            <ac:cxnSpMk id="14" creationId="{2EA0F4A6-3CC9-C9E2-BA02-58FA29F7DD8E}"/>
          </ac:cxnSpMkLst>
        </pc:cxnChg>
        <pc:cxnChg chg="add">
          <ac:chgData name="Amile Ndalo Dlamini" userId="92a8a89d-3be6-4ec1-bc07-1c822e96e481" providerId="ADAL" clId="{08D6E771-D0ED-5C58-9EC0-CCA0479AD86D}" dt="2025-11-20T22:38:11.007" v="4420" actId="26606"/>
          <ac:cxnSpMkLst>
            <pc:docMk/>
            <pc:sldMk cId="759306186" sldId="266"/>
            <ac:cxnSpMk id="19" creationId="{118E06E4-607B-144B-382B-AD3D06B1EE8C}"/>
          </ac:cxnSpMkLst>
        </pc:cxnChg>
        <pc:cxnChg chg="add">
          <ac:chgData name="Amile Ndalo Dlamini" userId="92a8a89d-3be6-4ec1-bc07-1c822e96e481" providerId="ADAL" clId="{08D6E771-D0ED-5C58-9EC0-CCA0479AD86D}" dt="2025-11-20T22:38:11.007" v="4420" actId="26606"/>
          <ac:cxnSpMkLst>
            <pc:docMk/>
            <pc:sldMk cId="759306186" sldId="266"/>
            <ac:cxnSpMk id="23" creationId="{426B4E86-32C4-273A-1ADF-6B44243549D7}"/>
          </ac:cxnSpMkLst>
        </pc:cxnChg>
      </pc:sldChg>
      <pc:sldChg chg="addSp delSp modSp new mod setBg">
        <pc:chgData name="Amile Ndalo Dlamini" userId="92a8a89d-3be6-4ec1-bc07-1c822e96e481" providerId="ADAL" clId="{08D6E771-D0ED-5C58-9EC0-CCA0479AD86D}" dt="2025-11-21T09:29:58.662" v="5961"/>
        <pc:sldMkLst>
          <pc:docMk/>
          <pc:sldMk cId="1924026465" sldId="267"/>
        </pc:sldMkLst>
        <pc:spChg chg="mod">
          <ac:chgData name="Amile Ndalo Dlamini" userId="92a8a89d-3be6-4ec1-bc07-1c822e96e481" providerId="ADAL" clId="{08D6E771-D0ED-5C58-9EC0-CCA0479AD86D}" dt="2025-11-21T06:42:15.352" v="5682" actId="20577"/>
          <ac:spMkLst>
            <pc:docMk/>
            <pc:sldMk cId="1924026465" sldId="267"/>
            <ac:spMk id="2" creationId="{F62DC312-E4CF-FB28-AE3F-CC40B7A24A52}"/>
          </ac:spMkLst>
        </pc:spChg>
        <pc:spChg chg="add mod">
          <ac:chgData name="Amile Ndalo Dlamini" userId="92a8a89d-3be6-4ec1-bc07-1c822e96e481" providerId="ADAL" clId="{08D6E771-D0ED-5C58-9EC0-CCA0479AD86D}" dt="2025-11-21T09:29:58.662" v="5961"/>
          <ac:spMkLst>
            <pc:docMk/>
            <pc:sldMk cId="1924026465" sldId="267"/>
            <ac:spMk id="3" creationId="{60927B97-2DE5-40E4-F89E-FA05682BF73B}"/>
          </ac:spMkLst>
        </pc:spChg>
        <pc:spChg chg="del">
          <ac:chgData name="Amile Ndalo Dlamini" userId="92a8a89d-3be6-4ec1-bc07-1c822e96e481" providerId="ADAL" clId="{08D6E771-D0ED-5C58-9EC0-CCA0479AD86D}" dt="2025-11-20T22:39:55.867" v="4426"/>
          <ac:spMkLst>
            <pc:docMk/>
            <pc:sldMk cId="1924026465" sldId="267"/>
            <ac:spMk id="3" creationId="{C44BF418-2244-27E9-9B1C-BABC0A8D80C5}"/>
          </ac:spMkLst>
        </pc:spChg>
        <pc:spChg chg="add">
          <ac:chgData name="Amile Ndalo Dlamini" userId="92a8a89d-3be6-4ec1-bc07-1c822e96e481" providerId="ADAL" clId="{08D6E771-D0ED-5C58-9EC0-CCA0479AD86D}" dt="2025-11-20T22:40:01.457" v="4429" actId="26606"/>
          <ac:spMkLst>
            <pc:docMk/>
            <pc:sldMk cId="1924026465" sldId="267"/>
            <ac:spMk id="12" creationId="{19F9BF86-FE94-4517-B97D-026C7515E589}"/>
          </ac:spMkLst>
        </pc:spChg>
        <pc:picChg chg="add mod">
          <ac:chgData name="Amile Ndalo Dlamini" userId="92a8a89d-3be6-4ec1-bc07-1c822e96e481" providerId="ADAL" clId="{08D6E771-D0ED-5C58-9EC0-CCA0479AD86D}" dt="2025-11-20T22:40:01.457" v="4429" actId="26606"/>
          <ac:picMkLst>
            <pc:docMk/>
            <pc:sldMk cId="1924026465" sldId="267"/>
            <ac:picMk id="5" creationId="{5A7E173C-58D8-E572-7F83-4DFEE8987245}"/>
          </ac:picMkLst>
        </pc:picChg>
        <pc:cxnChg chg="add">
          <ac:chgData name="Amile Ndalo Dlamini" userId="92a8a89d-3be6-4ec1-bc07-1c822e96e481" providerId="ADAL" clId="{08D6E771-D0ED-5C58-9EC0-CCA0479AD86D}" dt="2025-11-20T22:40:01.457" v="4429" actId="26606"/>
          <ac:cxnSpMkLst>
            <pc:docMk/>
            <pc:sldMk cId="1924026465" sldId="267"/>
            <ac:cxnSpMk id="10" creationId="{118E06E4-607B-144B-382B-AD3D06B1EE8C}"/>
          </ac:cxnSpMkLst>
        </pc:cxnChg>
        <pc:cxnChg chg="add">
          <ac:chgData name="Amile Ndalo Dlamini" userId="92a8a89d-3be6-4ec1-bc07-1c822e96e481" providerId="ADAL" clId="{08D6E771-D0ED-5C58-9EC0-CCA0479AD86D}" dt="2025-11-20T22:40:01.457" v="4429" actId="26606"/>
          <ac:cxnSpMkLst>
            <pc:docMk/>
            <pc:sldMk cId="1924026465" sldId="267"/>
            <ac:cxnSpMk id="14" creationId="{426B4E86-32C4-273A-1ADF-6B44243549D7}"/>
          </ac:cxnSpMkLst>
        </pc:cxnChg>
      </pc:sldChg>
      <pc:sldChg chg="addSp delSp modSp new mod ord setBg">
        <pc:chgData name="Amile Ndalo Dlamini" userId="92a8a89d-3be6-4ec1-bc07-1c822e96e481" providerId="ADAL" clId="{08D6E771-D0ED-5C58-9EC0-CCA0479AD86D}" dt="2025-11-21T11:43:38.173" v="6324" actId="20577"/>
        <pc:sldMkLst>
          <pc:docMk/>
          <pc:sldMk cId="1992359661" sldId="268"/>
        </pc:sldMkLst>
        <pc:spChg chg="mod">
          <ac:chgData name="Amile Ndalo Dlamini" userId="92a8a89d-3be6-4ec1-bc07-1c822e96e481" providerId="ADAL" clId="{08D6E771-D0ED-5C58-9EC0-CCA0479AD86D}" dt="2025-11-20T22:41:58.229" v="4438" actId="26606"/>
          <ac:spMkLst>
            <pc:docMk/>
            <pc:sldMk cId="1992359661" sldId="268"/>
            <ac:spMk id="2" creationId="{9A0ED62F-59A8-BC11-854D-BCCF771282AB}"/>
          </ac:spMkLst>
        </pc:spChg>
        <pc:spChg chg="del">
          <ac:chgData name="Amile Ndalo Dlamini" userId="92a8a89d-3be6-4ec1-bc07-1c822e96e481" providerId="ADAL" clId="{08D6E771-D0ED-5C58-9EC0-CCA0479AD86D}" dt="2025-11-20T22:41:48.441" v="4433"/>
          <ac:spMkLst>
            <pc:docMk/>
            <pc:sldMk cId="1992359661" sldId="268"/>
            <ac:spMk id="3" creationId="{B2794C0E-43DA-4D5F-A46B-232DABB9CDE3}"/>
          </ac:spMkLst>
        </pc:spChg>
        <pc:spChg chg="add del">
          <ac:chgData name="Amile Ndalo Dlamini" userId="92a8a89d-3be6-4ec1-bc07-1c822e96e481" providerId="ADAL" clId="{08D6E771-D0ED-5C58-9EC0-CCA0479AD86D}" dt="2025-11-20T22:41:58.223" v="4437" actId="26606"/>
          <ac:spMkLst>
            <pc:docMk/>
            <pc:sldMk cId="1992359661" sldId="268"/>
            <ac:spMk id="9" creationId="{6237AD2E-FAA3-93B6-E0AF-3BB05FD0046E}"/>
          </ac:spMkLst>
        </pc:spChg>
        <pc:spChg chg="add del">
          <ac:chgData name="Amile Ndalo Dlamini" userId="92a8a89d-3be6-4ec1-bc07-1c822e96e481" providerId="ADAL" clId="{08D6E771-D0ED-5C58-9EC0-CCA0479AD86D}" dt="2025-11-20T22:41:58.223" v="4437" actId="26606"/>
          <ac:spMkLst>
            <pc:docMk/>
            <pc:sldMk cId="1992359661" sldId="268"/>
            <ac:spMk id="12" creationId="{DBDA151C-5770-45E4-AAFF-59E7F403866D}"/>
          </ac:spMkLst>
        </pc:spChg>
        <pc:spChg chg="add">
          <ac:chgData name="Amile Ndalo Dlamini" userId="92a8a89d-3be6-4ec1-bc07-1c822e96e481" providerId="ADAL" clId="{08D6E771-D0ED-5C58-9EC0-CCA0479AD86D}" dt="2025-11-20T22:41:58.229" v="4438" actId="26606"/>
          <ac:spMkLst>
            <pc:docMk/>
            <pc:sldMk cId="1992359661" sldId="268"/>
            <ac:spMk id="16" creationId="{744CAA32-F237-419C-A2DD-43C28D920D3C}"/>
          </ac:spMkLst>
        </pc:spChg>
        <pc:spChg chg="add mod">
          <ac:chgData name="Amile Ndalo Dlamini" userId="92a8a89d-3be6-4ec1-bc07-1c822e96e481" providerId="ADAL" clId="{08D6E771-D0ED-5C58-9EC0-CCA0479AD86D}" dt="2025-11-21T11:43:38.173" v="6324" actId="20577"/>
          <ac:spMkLst>
            <pc:docMk/>
            <pc:sldMk cId="1992359661" sldId="268"/>
            <ac:spMk id="18" creationId="{0C177BB3-C366-CC20-1D1F-D3F61DF4AF36}"/>
          </ac:spMkLst>
        </pc:spChg>
        <pc:picChg chg="add mod">
          <ac:chgData name="Amile Ndalo Dlamini" userId="92a8a89d-3be6-4ec1-bc07-1c822e96e481" providerId="ADAL" clId="{08D6E771-D0ED-5C58-9EC0-CCA0479AD86D}" dt="2025-11-20T22:41:58.229" v="4438" actId="26606"/>
          <ac:picMkLst>
            <pc:docMk/>
            <pc:sldMk cId="1992359661" sldId="268"/>
            <ac:picMk id="5" creationId="{C73A57FE-6ADF-C277-F0AA-50F39389851D}"/>
          </ac:picMkLst>
        </pc:picChg>
        <pc:cxnChg chg="add del">
          <ac:chgData name="Amile Ndalo Dlamini" userId="92a8a89d-3be6-4ec1-bc07-1c822e96e481" providerId="ADAL" clId="{08D6E771-D0ED-5C58-9EC0-CCA0479AD86D}" dt="2025-11-20T22:41:58.223" v="4437" actId="26606"/>
          <ac:cxnSpMkLst>
            <pc:docMk/>
            <pc:sldMk cId="1992359661" sldId="268"/>
            <ac:cxnSpMk id="14" creationId="{B209265E-E0D7-493B-97CE-2263D50C3F0A}"/>
          </ac:cxnSpMkLst>
        </pc:cxnChg>
        <pc:cxnChg chg="add">
          <ac:chgData name="Amile Ndalo Dlamini" userId="92a8a89d-3be6-4ec1-bc07-1c822e96e481" providerId="ADAL" clId="{08D6E771-D0ED-5C58-9EC0-CCA0479AD86D}" dt="2025-11-20T22:41:58.229" v="4438" actId="26606"/>
          <ac:cxnSpMkLst>
            <pc:docMk/>
            <pc:sldMk cId="1992359661" sldId="268"/>
            <ac:cxnSpMk id="17" creationId="{08052531-D50B-3899-B150-D05525F4F2BC}"/>
          </ac:cxnSpMkLst>
        </pc:cxnChg>
      </pc:sldChg>
      <pc:sldChg chg="addSp delSp modSp new mod setBg">
        <pc:chgData name="Amile Ndalo Dlamini" userId="92a8a89d-3be6-4ec1-bc07-1c822e96e481" providerId="ADAL" clId="{08D6E771-D0ED-5C58-9EC0-CCA0479AD86D}" dt="2025-11-21T09:29:39.683" v="5958" actId="20577"/>
        <pc:sldMkLst>
          <pc:docMk/>
          <pc:sldMk cId="1724914983" sldId="269"/>
        </pc:sldMkLst>
        <pc:spChg chg="mod">
          <ac:chgData name="Amile Ndalo Dlamini" userId="92a8a89d-3be6-4ec1-bc07-1c822e96e481" providerId="ADAL" clId="{08D6E771-D0ED-5C58-9EC0-CCA0479AD86D}" dt="2025-11-21T06:42:10.395" v="5679" actId="313"/>
          <ac:spMkLst>
            <pc:docMk/>
            <pc:sldMk cId="1724914983" sldId="269"/>
            <ac:spMk id="2" creationId="{C540EFB5-2A83-7AFC-10CC-F861DBB6EAA0}"/>
          </ac:spMkLst>
        </pc:spChg>
        <pc:spChg chg="del">
          <ac:chgData name="Amile Ndalo Dlamini" userId="92a8a89d-3be6-4ec1-bc07-1c822e96e481" providerId="ADAL" clId="{08D6E771-D0ED-5C58-9EC0-CCA0479AD86D}" dt="2025-11-20T22:43:48.780" v="4441"/>
          <ac:spMkLst>
            <pc:docMk/>
            <pc:sldMk cId="1724914983" sldId="269"/>
            <ac:spMk id="3" creationId="{54A48C3A-BDA4-8D77-F8FA-7345C160A1F4}"/>
          </ac:spMkLst>
        </pc:spChg>
        <pc:spChg chg="add del">
          <ac:chgData name="Amile Ndalo Dlamini" userId="92a8a89d-3be6-4ec1-bc07-1c822e96e481" providerId="ADAL" clId="{08D6E771-D0ED-5C58-9EC0-CCA0479AD86D}" dt="2025-11-20T22:44:05.376" v="4445" actId="26606"/>
          <ac:spMkLst>
            <pc:docMk/>
            <pc:sldMk cId="1724914983" sldId="269"/>
            <ac:spMk id="9" creationId="{2800962B-5847-1536-3E0C-184D92C337AA}"/>
          </ac:spMkLst>
        </pc:spChg>
        <pc:spChg chg="add del">
          <ac:chgData name="Amile Ndalo Dlamini" userId="92a8a89d-3be6-4ec1-bc07-1c822e96e481" providerId="ADAL" clId="{08D6E771-D0ED-5C58-9EC0-CCA0479AD86D}" dt="2025-11-20T22:44:05.376" v="4445" actId="26606"/>
          <ac:spMkLst>
            <pc:docMk/>
            <pc:sldMk cId="1724914983" sldId="269"/>
            <ac:spMk id="12" creationId="{744CAA32-F237-419C-A2DD-43C28D920D3C}"/>
          </ac:spMkLst>
        </pc:spChg>
        <pc:spChg chg="add">
          <ac:chgData name="Amile Ndalo Dlamini" userId="92a8a89d-3be6-4ec1-bc07-1c822e96e481" providerId="ADAL" clId="{08D6E771-D0ED-5C58-9EC0-CCA0479AD86D}" dt="2025-11-20T22:44:05.381" v="4446" actId="26606"/>
          <ac:spMkLst>
            <pc:docMk/>
            <pc:sldMk cId="1724914983" sldId="269"/>
            <ac:spMk id="16" creationId="{744CAA32-F237-419C-A2DD-43C28D920D3C}"/>
          </ac:spMkLst>
        </pc:spChg>
        <pc:spChg chg="add mod">
          <ac:chgData name="Amile Ndalo Dlamini" userId="92a8a89d-3be6-4ec1-bc07-1c822e96e481" providerId="ADAL" clId="{08D6E771-D0ED-5C58-9EC0-CCA0479AD86D}" dt="2025-11-21T09:29:39.683" v="5958" actId="20577"/>
          <ac:spMkLst>
            <pc:docMk/>
            <pc:sldMk cId="1724914983" sldId="269"/>
            <ac:spMk id="17" creationId="{2E1F0C10-E50F-7634-68B5-E00FE37BECD8}"/>
          </ac:spMkLst>
        </pc:spChg>
        <pc:picChg chg="add mod">
          <ac:chgData name="Amile Ndalo Dlamini" userId="92a8a89d-3be6-4ec1-bc07-1c822e96e481" providerId="ADAL" clId="{08D6E771-D0ED-5C58-9EC0-CCA0479AD86D}" dt="2025-11-20T22:44:05.381" v="4446" actId="26606"/>
          <ac:picMkLst>
            <pc:docMk/>
            <pc:sldMk cId="1724914983" sldId="269"/>
            <ac:picMk id="5" creationId="{D1E9005A-8D52-BF10-1628-ABC3FC6DFC73}"/>
          </ac:picMkLst>
        </pc:picChg>
        <pc:cxnChg chg="add del">
          <ac:chgData name="Amile Ndalo Dlamini" userId="92a8a89d-3be6-4ec1-bc07-1c822e96e481" providerId="ADAL" clId="{08D6E771-D0ED-5C58-9EC0-CCA0479AD86D}" dt="2025-11-20T22:44:05.376" v="4445" actId="26606"/>
          <ac:cxnSpMkLst>
            <pc:docMk/>
            <pc:sldMk cId="1724914983" sldId="269"/>
            <ac:cxnSpMk id="14" creationId="{02C7985C-B0C3-CC50-E86A-B5EBA40E01DF}"/>
          </ac:cxnSpMkLst>
        </pc:cxnChg>
        <pc:cxnChg chg="add">
          <ac:chgData name="Amile Ndalo Dlamini" userId="92a8a89d-3be6-4ec1-bc07-1c822e96e481" providerId="ADAL" clId="{08D6E771-D0ED-5C58-9EC0-CCA0479AD86D}" dt="2025-11-20T22:44:05.381" v="4446" actId="26606"/>
          <ac:cxnSpMkLst>
            <pc:docMk/>
            <pc:sldMk cId="1724914983" sldId="269"/>
            <ac:cxnSpMk id="18" creationId="{92025DBA-8780-9CA0-2826-FF6E3BD1A0C9}"/>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11/21/25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85236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11/21/25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13011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11/21/25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932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11/21/25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28294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11/21/25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54801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11/21/25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58188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11/21/25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32228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11/21/25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1681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11/21/25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48532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11/21/25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53429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11/21/25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551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11/21/25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707251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hat.deepseek.com/a/chat/s/9ec6d300-3f2e-4ab8-8ce9-3042fc2fad90" TargetMode="External"/><Relationship Id="rId2" Type="http://schemas.openxmlformats.org/officeDocument/2006/relationships/hyperlink" Target="https://dotnettutorials.net/lesson/sessions-in-asp-net-core-mvc/" TargetMode="External"/><Relationship Id="rId1" Type="http://schemas.openxmlformats.org/officeDocument/2006/relationships/slideLayout" Target="../slideLayouts/slideLayout2.xml"/><Relationship Id="rId4" Type="http://schemas.openxmlformats.org/officeDocument/2006/relationships/hyperlink" Target="https://advtechonline.sharepoint.com/:w:/r/sites/TertiaryStudents/IIE%20Student%20Materials/New%20Student%20Materials%20CAT/PROG6212/2025/Term%202/PROG6212POE.docx?d=w5b99a3310aa34ff692868892f8ae40d0&amp;csf=1&amp;web=1&amp;e=zOwD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673BEA-BA99-F466-7D5D-BA8B6BE83740}"/>
              </a:ext>
            </a:extLst>
          </p:cNvPr>
          <p:cNvSpPr>
            <a:spLocks noGrp="1"/>
          </p:cNvSpPr>
          <p:nvPr>
            <p:ph type="ctrTitle"/>
          </p:nvPr>
        </p:nvSpPr>
        <p:spPr>
          <a:xfrm>
            <a:off x="640080" y="1371600"/>
            <a:ext cx="4670661" cy="3030842"/>
          </a:xfrm>
        </p:spPr>
        <p:txBody>
          <a:bodyPr>
            <a:normAutofit/>
          </a:bodyPr>
          <a:lstStyle/>
          <a:p>
            <a:r>
              <a:rPr lang="en-US" dirty="0"/>
              <a:t>Monthly Claim System</a:t>
            </a:r>
          </a:p>
        </p:txBody>
      </p:sp>
      <p:sp>
        <p:nvSpPr>
          <p:cNvPr id="3" name="Subtitle 2">
            <a:extLst>
              <a:ext uri="{FF2B5EF4-FFF2-40B4-BE49-F238E27FC236}">
                <a16:creationId xmlns:a16="http://schemas.microsoft.com/office/drawing/2014/main" id="{67259A1F-0336-4713-73DC-7E3CFC3215BC}"/>
              </a:ext>
            </a:extLst>
          </p:cNvPr>
          <p:cNvSpPr>
            <a:spLocks noGrp="1"/>
          </p:cNvSpPr>
          <p:nvPr>
            <p:ph type="subTitle" idx="1"/>
          </p:nvPr>
        </p:nvSpPr>
        <p:spPr>
          <a:xfrm>
            <a:off x="640080" y="4584879"/>
            <a:ext cx="4670660" cy="1287887"/>
          </a:xfrm>
        </p:spPr>
        <p:txBody>
          <a:bodyPr>
            <a:normAutofit/>
          </a:bodyPr>
          <a:lstStyle/>
          <a:p>
            <a:pPr>
              <a:lnSpc>
                <a:spcPct val="120000"/>
              </a:lnSpc>
            </a:pPr>
            <a:r>
              <a:rPr lang="en-US" sz="1700"/>
              <a:t>Programming 6212</a:t>
            </a:r>
          </a:p>
          <a:p>
            <a:pPr>
              <a:lnSpc>
                <a:spcPct val="120000"/>
              </a:lnSpc>
            </a:pPr>
            <a:r>
              <a:rPr lang="en-US" sz="1700"/>
              <a:t>By Amile Dlamini </a:t>
            </a:r>
          </a:p>
          <a:p>
            <a:pPr>
              <a:lnSpc>
                <a:spcPct val="120000"/>
              </a:lnSpc>
            </a:pPr>
            <a:r>
              <a:rPr lang="en-US" sz="1700"/>
              <a:t>ST10456326</a:t>
            </a:r>
          </a:p>
        </p:txBody>
      </p:sp>
      <p:cxnSp>
        <p:nvCxnSpPr>
          <p:cNvPr id="11" name="Straight Connector 10">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close-up of a blue and black background&#10;&#10;AI-generated content may be incorrect.">
            <a:extLst>
              <a:ext uri="{FF2B5EF4-FFF2-40B4-BE49-F238E27FC236}">
                <a16:creationId xmlns:a16="http://schemas.microsoft.com/office/drawing/2014/main" id="{B01AD0AB-B1B6-C3CB-426C-9CFAFEF91C66}"/>
              </a:ext>
            </a:extLst>
          </p:cNvPr>
          <p:cNvPicPr>
            <a:picLocks noChangeAspect="1"/>
          </p:cNvPicPr>
          <p:nvPr/>
        </p:nvPicPr>
        <p:blipFill>
          <a:blip r:embed="rId2"/>
          <a:srcRect l="16790" r="28576" b="-1"/>
          <a:stretch>
            <a:fillRect/>
          </a:stretch>
        </p:blipFill>
        <p:spPr>
          <a:xfrm>
            <a:off x="6515100" y="10"/>
            <a:ext cx="5676900" cy="6857990"/>
          </a:xfrm>
          <a:prstGeom prst="rect">
            <a:avLst/>
          </a:prstGeom>
        </p:spPr>
      </p:pic>
    </p:spTree>
    <p:extLst>
      <p:ext uri="{BB962C8B-B14F-4D97-AF65-F5344CB8AC3E}">
        <p14:creationId xmlns:p14="http://schemas.microsoft.com/office/powerpoint/2010/main" val="3597025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8AFAE-E9C0-09A0-08BD-3DDEB5645A3A}"/>
              </a:ext>
            </a:extLst>
          </p:cNvPr>
          <p:cNvSpPr>
            <a:spLocks noGrp="1"/>
          </p:cNvSpPr>
          <p:nvPr>
            <p:ph type="title"/>
          </p:nvPr>
        </p:nvSpPr>
        <p:spPr>
          <a:xfrm>
            <a:off x="640080" y="1371601"/>
            <a:ext cx="4297680" cy="1789608"/>
          </a:xfrm>
        </p:spPr>
        <p:txBody>
          <a:bodyPr anchor="t">
            <a:normAutofit/>
          </a:bodyPr>
          <a:lstStyle/>
          <a:p>
            <a:r>
              <a:rPr lang="en-US" dirty="0">
                <a:latin typeface="Arial" panose="020B0604020202020204" pitchFamily="34" charset="0"/>
                <a:cs typeface="Arial" panose="020B0604020202020204" pitchFamily="34" charset="0"/>
              </a:rPr>
              <a:t>Project Overview </a:t>
            </a:r>
          </a:p>
        </p:txBody>
      </p:sp>
      <p:cxnSp>
        <p:nvCxnSpPr>
          <p:cNvPr id="17" name="Straight Connector 16">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2" name="Graphic 11" descr="Meeting">
            <a:extLst>
              <a:ext uri="{FF2B5EF4-FFF2-40B4-BE49-F238E27FC236}">
                <a16:creationId xmlns:a16="http://schemas.microsoft.com/office/drawing/2014/main" id="{E0277AD2-553A-EC93-14CA-68E4BC8354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6280" y="3552264"/>
            <a:ext cx="2745660" cy="2745660"/>
          </a:xfrm>
          <a:prstGeom prst="rect">
            <a:avLst/>
          </a:prstGeom>
        </p:spPr>
      </p:pic>
      <p:sp>
        <p:nvSpPr>
          <p:cNvPr id="3" name="Content Placeholder 2">
            <a:extLst>
              <a:ext uri="{FF2B5EF4-FFF2-40B4-BE49-F238E27FC236}">
                <a16:creationId xmlns:a16="http://schemas.microsoft.com/office/drawing/2014/main" id="{6D2CAD79-BF60-3A8C-CC24-1FBD82DC1AD8}"/>
              </a:ext>
            </a:extLst>
          </p:cNvPr>
          <p:cNvSpPr>
            <a:spLocks noGrp="1"/>
          </p:cNvSpPr>
          <p:nvPr>
            <p:ph idx="1"/>
          </p:nvPr>
        </p:nvSpPr>
        <p:spPr>
          <a:xfrm>
            <a:off x="5641848" y="1371601"/>
            <a:ext cx="5888736" cy="4926323"/>
          </a:xfrm>
        </p:spPr>
        <p:txBody>
          <a:bodyPr>
            <a:normAutofit fontScale="85000" lnSpcReduction="20000"/>
          </a:bodyPr>
          <a:lstStyle/>
          <a:p>
            <a:pPr lvl="0"/>
            <a:r>
              <a:rPr lang="en-US" dirty="0">
                <a:latin typeface="Arial" panose="020B0604020202020204" pitchFamily="34" charset="0"/>
                <a:cs typeface="Arial" panose="020B0604020202020204" pitchFamily="34" charset="0"/>
              </a:rPr>
              <a:t>The monthly claim system is a system where lecturers in the organization submit claims to get approved. (DeepSeek, 2025). </a:t>
            </a:r>
          </a:p>
          <a:p>
            <a:pPr lvl="0"/>
            <a:r>
              <a:rPr lang="en-US" dirty="0">
                <a:latin typeface="Arial" panose="020B0604020202020204" pitchFamily="34" charset="0"/>
                <a:cs typeface="Arial" panose="020B0604020202020204" pitchFamily="34" charset="0"/>
              </a:rPr>
              <a:t>In this system, there are 4 entities, which are the lecturer, the programmer coordinator, the academic manager, and human resources. (IIE, 2025)</a:t>
            </a:r>
          </a:p>
          <a:p>
            <a:r>
              <a:rPr lang="en-US" dirty="0">
                <a:latin typeface="Arial" panose="020B0604020202020204" pitchFamily="34" charset="0"/>
                <a:cs typeface="Arial" panose="020B0604020202020204" pitchFamily="34" charset="0"/>
              </a:rPr>
              <a:t>The submission of the claim process is a bit complex, which contains auto calculations, a predetermined hourly rate, supporting documents, and description text for what is being submitted. (IIE, 2025)</a:t>
            </a:r>
          </a:p>
          <a:p>
            <a:r>
              <a:rPr lang="en-US" dirty="0">
                <a:latin typeface="Arial" panose="020B0604020202020204" pitchFamily="34" charset="0"/>
                <a:cs typeface="Arial" panose="020B0604020202020204" pitchFamily="34" charset="0"/>
              </a:rPr>
              <a:t>Once the claim is submitted, it goes through different approvals, which are the programmer coordinator and academic manager. (IIE, 2025)</a:t>
            </a:r>
          </a:p>
          <a:p>
            <a:r>
              <a:rPr lang="en-US" dirty="0">
                <a:latin typeface="Arial" panose="020B0604020202020204" pitchFamily="34" charset="0"/>
                <a:cs typeface="Arial" panose="020B0604020202020204" pitchFamily="34" charset="0"/>
              </a:rPr>
              <a:t> There is also a Human Resource employee who can add/update/mangers users. They can generate reports and set the hourly rates. (IIE, 2025)</a:t>
            </a:r>
          </a:p>
          <a:p>
            <a:pPr lvl="0"/>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273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B3FCE-580B-5811-34F0-15976A11DB77}"/>
              </a:ext>
            </a:extLst>
          </p:cNvPr>
          <p:cNvSpPr>
            <a:spLocks noGrp="1"/>
          </p:cNvSpPr>
          <p:nvPr>
            <p:ph type="title"/>
          </p:nvPr>
        </p:nvSpPr>
        <p:spPr>
          <a:xfrm>
            <a:off x="640080" y="1371600"/>
            <a:ext cx="5737859" cy="1097280"/>
          </a:xfrm>
        </p:spPr>
        <p:txBody>
          <a:bodyPr>
            <a:normAutofit/>
          </a:bodyPr>
          <a:lstStyle/>
          <a:p>
            <a:pPr>
              <a:lnSpc>
                <a:spcPct val="90000"/>
              </a:lnSpc>
            </a:pPr>
            <a:r>
              <a:rPr lang="en-US" sz="3400" dirty="0">
                <a:latin typeface="Arial" panose="020B0604020202020204" pitchFamily="34" charset="0"/>
                <a:cs typeface="Arial" panose="020B0604020202020204" pitchFamily="34" charset="0"/>
              </a:rPr>
              <a:t>Extra Features and techniques </a:t>
            </a:r>
          </a:p>
        </p:txBody>
      </p:sp>
      <p:cxnSp>
        <p:nvCxnSpPr>
          <p:cNvPr id="25" name="Straight Connector 24">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D3C61A6-7366-B174-85D4-4BC848A1BE57}"/>
              </a:ext>
            </a:extLst>
          </p:cNvPr>
          <p:cNvSpPr>
            <a:spLocks noGrp="1"/>
          </p:cNvSpPr>
          <p:nvPr>
            <p:ph idx="1"/>
          </p:nvPr>
        </p:nvSpPr>
        <p:spPr>
          <a:xfrm>
            <a:off x="640080" y="2633236"/>
            <a:ext cx="5737860" cy="3666980"/>
          </a:xfrm>
        </p:spPr>
        <p:txBody>
          <a:bodyPr>
            <a:normAutofit/>
          </a:bodyPr>
          <a:lstStyle/>
          <a:p>
            <a:r>
              <a:rPr lang="en-US" dirty="0">
                <a:latin typeface="Arial" panose="020B0604020202020204" pitchFamily="34" charset="0"/>
                <a:cs typeface="Arial" panose="020B0604020202020204" pitchFamily="34" charset="0"/>
              </a:rPr>
              <a:t>Deactivation feature: HR can deactivate a user account from the system and make them inactive. (Information from my project)</a:t>
            </a:r>
          </a:p>
          <a:p>
            <a:r>
              <a:rPr lang="en-US" dirty="0">
                <a:latin typeface="Arial" panose="020B0604020202020204" pitchFamily="34" charset="0"/>
                <a:cs typeface="Arial" panose="020B0604020202020204" pitchFamily="34" charset="0"/>
              </a:rPr>
              <a:t>Download report: HR can download a report by filtering the data. The download data saves as an Excel file. (Information </a:t>
            </a:r>
            <a:r>
              <a:rPr lang="en-US">
                <a:latin typeface="Arial" panose="020B0604020202020204" pitchFamily="34" charset="0"/>
                <a:cs typeface="Arial" panose="020B0604020202020204" pitchFamily="34" charset="0"/>
              </a:rPr>
              <a:t>from my project</a:t>
            </a: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p:txBody>
      </p:sp>
      <p:pic>
        <p:nvPicPr>
          <p:cNvPr id="7" name="Graphic 6" descr="Download">
            <a:extLst>
              <a:ext uri="{FF2B5EF4-FFF2-40B4-BE49-F238E27FC236}">
                <a16:creationId xmlns:a16="http://schemas.microsoft.com/office/drawing/2014/main" id="{61384614-BB08-D66F-E4F0-969FF6E942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910807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CCB44A0-667F-6599-2123-A8415E749E87}"/>
              </a:ext>
            </a:extLst>
          </p:cNvPr>
          <p:cNvPicPr>
            <a:picLocks noChangeAspect="1"/>
          </p:cNvPicPr>
          <p:nvPr/>
        </p:nvPicPr>
        <p:blipFill>
          <a:blip r:embed="rId2">
            <a:alphaModFix amt="40000"/>
          </a:blip>
          <a:srcRect t="20610" r="9091" b="2783"/>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E0DAE751-7828-6BBD-54CB-AA23E6CE7CBA}"/>
              </a:ext>
            </a:extLst>
          </p:cNvPr>
          <p:cNvSpPr>
            <a:spLocks noGrp="1"/>
          </p:cNvSpPr>
          <p:nvPr>
            <p:ph type="title"/>
          </p:nvPr>
        </p:nvSpPr>
        <p:spPr>
          <a:xfrm>
            <a:off x="640080" y="985233"/>
            <a:ext cx="5758628" cy="3355853"/>
          </a:xfrm>
        </p:spPr>
        <p:txBody>
          <a:bodyPr vert="horz" lIns="91440" tIns="45720" rIns="91440" bIns="45720" rtlCol="0" anchor="t">
            <a:normAutofit/>
          </a:bodyPr>
          <a:lstStyle/>
          <a:p>
            <a:r>
              <a:rPr lang="en-US" sz="6000" b="1" kern="1200">
                <a:solidFill>
                  <a:srgbClr val="FFFFFF"/>
                </a:solidFill>
                <a:latin typeface="+mj-lt"/>
                <a:ea typeface="+mj-ea"/>
                <a:cs typeface="+mj-cs"/>
              </a:rPr>
              <a:t>Security and Role Implementation</a:t>
            </a:r>
          </a:p>
        </p:txBody>
      </p:sp>
      <p:sp>
        <p:nvSpPr>
          <p:cNvPr id="16" name="Content Placeholder 7">
            <a:extLst>
              <a:ext uri="{FF2B5EF4-FFF2-40B4-BE49-F238E27FC236}">
                <a16:creationId xmlns:a16="http://schemas.microsoft.com/office/drawing/2014/main" id="{E0937FB8-5FEB-F370-F5B7-17F440C1363D}"/>
              </a:ext>
            </a:extLst>
          </p:cNvPr>
          <p:cNvSpPr>
            <a:spLocks noGrp="1"/>
          </p:cNvSpPr>
          <p:nvPr>
            <p:ph idx="1"/>
          </p:nvPr>
        </p:nvSpPr>
        <p:spPr>
          <a:xfrm>
            <a:off x="640080" y="5251621"/>
            <a:ext cx="4439920" cy="1104721"/>
          </a:xfrm>
        </p:spPr>
        <p:txBody>
          <a:bodyPr vert="horz" lIns="91440" tIns="45720" rIns="91440" bIns="45720" rtlCol="0" anchor="t">
            <a:normAutofit/>
          </a:bodyPr>
          <a:lstStyle/>
          <a:p>
            <a:pPr marL="0" indent="0">
              <a:lnSpc>
                <a:spcPct val="130000"/>
              </a:lnSpc>
              <a:buNone/>
            </a:pPr>
            <a:r>
              <a:rPr lang="en-US" sz="1800" b="1" cap="all" spc="300">
                <a:solidFill>
                  <a:srgbClr val="FFFFFF"/>
                </a:solidFill>
              </a:rPr>
              <a:t> </a:t>
            </a:r>
          </a:p>
        </p:txBody>
      </p:sp>
      <p:cxnSp>
        <p:nvCxnSpPr>
          <p:cNvPr id="25" name="Straight Connector 24">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66878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56A1F-BD83-E282-D14B-8A6C29FDE0AC}"/>
              </a:ext>
            </a:extLst>
          </p:cNvPr>
          <p:cNvSpPr>
            <a:spLocks noGrp="1"/>
          </p:cNvSpPr>
          <p:nvPr>
            <p:ph type="title"/>
          </p:nvPr>
        </p:nvSpPr>
        <p:spPr>
          <a:xfrm>
            <a:off x="7269904" y="914400"/>
            <a:ext cx="4261104" cy="1097280"/>
          </a:xfrm>
        </p:spPr>
        <p:txBody>
          <a:bodyPr anchor="t">
            <a:normAutofit/>
          </a:bodyPr>
          <a:lstStyle/>
          <a:p>
            <a:r>
              <a:rPr lang="en-US" sz="3300" b="0" dirty="0">
                <a:latin typeface="Arial" panose="020B0604020202020204" pitchFamily="34" charset="0"/>
                <a:cs typeface="Arial" panose="020B0604020202020204" pitchFamily="34" charset="0"/>
              </a:rPr>
              <a:t>Security Architecture </a:t>
            </a:r>
            <a:br>
              <a:rPr lang="en-US" sz="3300" dirty="0">
                <a:latin typeface="Arial" panose="020B0604020202020204" pitchFamily="34" charset="0"/>
                <a:cs typeface="Arial" panose="020B0604020202020204" pitchFamily="34" charset="0"/>
              </a:rPr>
            </a:br>
            <a:endParaRPr lang="en-US" sz="3300" dirty="0"/>
          </a:p>
        </p:txBody>
      </p:sp>
      <p:pic>
        <p:nvPicPr>
          <p:cNvPr id="5" name="Picture 4" descr="A screenshot of a computer program">
            <a:extLst>
              <a:ext uri="{FF2B5EF4-FFF2-40B4-BE49-F238E27FC236}">
                <a16:creationId xmlns:a16="http://schemas.microsoft.com/office/drawing/2014/main" id="{364A11AF-EE9D-1971-86B8-1E7855DF822A}"/>
              </a:ext>
              <a:ext uri="{C183D7F6-B498-43B3-948B-1728B52AA6E4}">
                <adec:decorative xmlns:adec="http://schemas.microsoft.com/office/drawing/2017/decorative" val="0"/>
              </a:ext>
            </a:extLst>
          </p:cNvPr>
          <p:cNvPicPr>
            <a:picLocks noChangeAspect="1"/>
          </p:cNvPicPr>
          <p:nvPr/>
        </p:nvPicPr>
        <p:blipFill>
          <a:blip r:embed="rId2"/>
          <a:srcRect r="20724" b="-1"/>
          <a:stretch>
            <a:fillRect/>
          </a:stretch>
        </p:blipFill>
        <p:spPr>
          <a:xfrm>
            <a:off x="-1" y="914399"/>
            <a:ext cx="6657255" cy="5353523"/>
          </a:xfrm>
          <a:prstGeom prst="rect">
            <a:avLst/>
          </a:prstGeom>
        </p:spPr>
      </p:pic>
      <p:cxnSp>
        <p:nvCxnSpPr>
          <p:cNvPr id="12" name="Straight Connector 11">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15DC0B8-9039-5B2C-8340-97589A60764B}"/>
              </a:ext>
            </a:extLst>
          </p:cNvPr>
          <p:cNvSpPr>
            <a:spLocks noGrp="1"/>
          </p:cNvSpPr>
          <p:nvPr>
            <p:ph idx="1"/>
          </p:nvPr>
        </p:nvSpPr>
        <p:spPr>
          <a:xfrm>
            <a:off x="7269905" y="2176036"/>
            <a:ext cx="4261104" cy="4121887"/>
          </a:xfrm>
        </p:spPr>
        <p:txBody>
          <a:bodyPr>
            <a:normAutofit/>
          </a:bodyPr>
          <a:lstStyle/>
          <a:p>
            <a:r>
              <a:rPr lang="en-US" dirty="0">
                <a:latin typeface="Arial" panose="020B0604020202020204" pitchFamily="34" charset="0"/>
                <a:cs typeface="Arial" panose="020B0604020202020204" pitchFamily="34" charset="0"/>
              </a:rPr>
              <a:t>The application contains a base controller the basically manages the whole security system. The base controller helps keep the whole application secure. For example, a role can’t enter another roles dashboard. (DeepSeek, 2025).  </a:t>
            </a:r>
          </a:p>
        </p:txBody>
      </p:sp>
    </p:spTree>
    <p:extLst>
      <p:ext uri="{BB962C8B-B14F-4D97-AF65-F5344CB8AC3E}">
        <p14:creationId xmlns:p14="http://schemas.microsoft.com/office/powerpoint/2010/main" val="4049130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022CFC1-9B91-17C6-DA5D-23ABC733E006}"/>
              </a:ext>
            </a:extLst>
          </p:cNvPr>
          <p:cNvSpPr>
            <a:spLocks noGrp="1"/>
          </p:cNvSpPr>
          <p:nvPr>
            <p:ph type="title"/>
          </p:nvPr>
        </p:nvSpPr>
        <p:spPr>
          <a:xfrm>
            <a:off x="640080" y="3794763"/>
            <a:ext cx="4057650" cy="2139081"/>
          </a:xfrm>
        </p:spPr>
        <p:txBody>
          <a:bodyPr anchor="t">
            <a:normAutofit/>
          </a:bodyPr>
          <a:lstStyle/>
          <a:p>
            <a:r>
              <a:rPr lang="en-US" dirty="0"/>
              <a:t>Role Implementation </a:t>
            </a:r>
          </a:p>
        </p:txBody>
      </p:sp>
      <p:pic>
        <p:nvPicPr>
          <p:cNvPr id="7" name="Graphic 6" descr="Lecturer">
            <a:extLst>
              <a:ext uri="{FF2B5EF4-FFF2-40B4-BE49-F238E27FC236}">
                <a16:creationId xmlns:a16="http://schemas.microsoft.com/office/drawing/2014/main" id="{EA44BA27-9591-905A-3206-3081C675D7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232" y="836142"/>
            <a:ext cx="2592858" cy="2592858"/>
          </a:xfrm>
          <a:prstGeom prst="rect">
            <a:avLst/>
          </a:prstGeom>
        </p:spPr>
      </p:pic>
      <p:cxnSp>
        <p:nvCxnSpPr>
          <p:cNvPr id="19" name="Straight Connector 18">
            <a:extLst>
              <a:ext uri="{FF2B5EF4-FFF2-40B4-BE49-F238E27FC236}">
                <a16:creationId xmlns:a16="http://schemas.microsoft.com/office/drawing/2014/main" id="{B209265E-E0D7-493B-97CE-2263D50C3F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62720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6BC3A21-E8DE-7781-5B71-0F11A66F90C8}"/>
              </a:ext>
            </a:extLst>
          </p:cNvPr>
          <p:cNvSpPr>
            <a:spLocks noGrp="1"/>
          </p:cNvSpPr>
          <p:nvPr>
            <p:ph idx="1"/>
          </p:nvPr>
        </p:nvSpPr>
        <p:spPr>
          <a:xfrm>
            <a:off x="5410962" y="550325"/>
            <a:ext cx="6096861" cy="5813894"/>
          </a:xfrm>
        </p:spPr>
        <p:txBody>
          <a:bodyPr anchor="t">
            <a:noAutofit/>
          </a:bodyPr>
          <a:lstStyle/>
          <a:p>
            <a:pPr>
              <a:lnSpc>
                <a:spcPct val="110000"/>
              </a:lnSpc>
            </a:pPr>
            <a:r>
              <a:rPr lang="en-US" sz="1400" dirty="0">
                <a:latin typeface="Arial" panose="020B0604020202020204" pitchFamily="34" charset="0"/>
                <a:cs typeface="Arial" panose="020B0604020202020204" pitchFamily="34" charset="0"/>
              </a:rPr>
              <a:t>Sessions management is the feature that makes the role implementation possible. Web applications can store user-specific data on the server side while keeping a distinct session identifier on the client thanks to sessions in web development. (Sathya, A. 2022). </a:t>
            </a:r>
          </a:p>
          <a:p>
            <a:pPr>
              <a:lnSpc>
                <a:spcPct val="110000"/>
              </a:lnSpc>
            </a:pPr>
            <a:r>
              <a:rPr lang="en-US" sz="1400" dirty="0">
                <a:latin typeface="Arial" panose="020B0604020202020204" pitchFamily="34" charset="0"/>
                <a:cs typeface="Arial" panose="020B0604020202020204" pitchFamily="34" charset="0"/>
              </a:rPr>
              <a:t>Now let talk a little about the roles</a:t>
            </a:r>
          </a:p>
          <a:p>
            <a:pPr>
              <a:lnSpc>
                <a:spcPct val="110000"/>
              </a:lnSpc>
            </a:pPr>
            <a:r>
              <a:rPr lang="en-US" sz="1400" dirty="0">
                <a:latin typeface="Arial" panose="020B0604020202020204" pitchFamily="34" charset="0"/>
                <a:cs typeface="Arial" panose="020B0604020202020204" pitchFamily="34" charset="0"/>
              </a:rPr>
              <a:t>Lecturer = Lecturer constructs the claims. Once they have logged in, they click new, claim fill in the fields (like description, hours worked, etc.) on the form. The only field they don’t interact with is the hourly rate because it's set by HR. When they are done, they submit the claim, and it becomes a pending claim. (IIE, 2025)</a:t>
            </a:r>
          </a:p>
          <a:p>
            <a:pPr>
              <a:lnSpc>
                <a:spcPct val="110000"/>
              </a:lnSpc>
            </a:pPr>
            <a:r>
              <a:rPr lang="en-US" sz="1400" dirty="0">
                <a:latin typeface="Arial" panose="020B0604020202020204" pitchFamily="34" charset="0"/>
                <a:cs typeface="Arial" panose="020B0604020202020204" pitchFamily="34" charset="0"/>
              </a:rPr>
              <a:t>Coordinator = Coordinator is the first phase of the approval. Once they are logged in, they must sort out the pending claim that was just submitted by the lecturer. The coordinator's main job is to approve or reject the claim. They can also view the details of the claim. Once they submit the claim goes to the next level. (IIE, 2025)</a:t>
            </a:r>
          </a:p>
          <a:p>
            <a:pPr>
              <a:lnSpc>
                <a:spcPct val="110000"/>
              </a:lnSpc>
            </a:pPr>
            <a:r>
              <a:rPr lang="en-US" sz="1400" dirty="0">
                <a:latin typeface="Arial" panose="020B0604020202020204" pitchFamily="34" charset="0"/>
                <a:cs typeface="Arial" panose="020B0604020202020204" pitchFamily="34" charset="0"/>
              </a:rPr>
              <a:t>Academic Manager = Academic manager is the last phase of the approval claim. The manager has a similar job, and that is rejecting and approving the claims. They can see the approval history from the coordinator. (IIE, 2025)</a:t>
            </a:r>
          </a:p>
          <a:p>
            <a:pPr>
              <a:lnSpc>
                <a:spcPct val="110000"/>
              </a:lnSpc>
            </a:pPr>
            <a:r>
              <a:rPr lang="en-US" sz="1400" dirty="0">
                <a:latin typeface="Arial" panose="020B0604020202020204" pitchFamily="34" charset="0"/>
                <a:cs typeface="Arial" panose="020B0604020202020204" pitchFamily="34" charset="0"/>
              </a:rPr>
              <a:t>HR = Human resource has full control over the system. The HR have full management over the users and can edit or add or view them. The HR can also set the hourly rate and generate a report with filters. (IIE, 2025)</a:t>
            </a:r>
          </a:p>
          <a:p>
            <a:pPr lvl="0">
              <a:lnSpc>
                <a:spcPct val="110000"/>
              </a:lnSpc>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9730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2D8AD-9135-376E-FD3C-EAB4398D2356}"/>
              </a:ext>
            </a:extLst>
          </p:cNvPr>
          <p:cNvSpPr>
            <a:spLocks noGrp="1"/>
          </p:cNvSpPr>
          <p:nvPr>
            <p:ph type="title"/>
          </p:nvPr>
        </p:nvSpPr>
        <p:spPr>
          <a:xfrm>
            <a:off x="8719126" y="979051"/>
            <a:ext cx="2811879" cy="1807048"/>
          </a:xfrm>
        </p:spPr>
        <p:txBody>
          <a:bodyPr anchor="b">
            <a:normAutofit fontScale="90000"/>
          </a:bodyPr>
          <a:lstStyle/>
          <a:p>
            <a:r>
              <a:rPr lang="en-US" sz="3600" dirty="0"/>
              <a:t>Brief code overview </a:t>
            </a:r>
            <a:br>
              <a:rPr lang="en-US" sz="3600" dirty="0"/>
            </a:br>
            <a:r>
              <a:rPr lang="en-US" sz="3600" dirty="0"/>
              <a:t>Account Controller </a:t>
            </a:r>
          </a:p>
        </p:txBody>
      </p:sp>
      <p:pic>
        <p:nvPicPr>
          <p:cNvPr id="5" name="Content Placeholder 4" descr="A computer screen shot of a program code&#10;&#10;AI-generated content may be incorrect.">
            <a:extLst>
              <a:ext uri="{FF2B5EF4-FFF2-40B4-BE49-F238E27FC236}">
                <a16:creationId xmlns:a16="http://schemas.microsoft.com/office/drawing/2014/main" id="{4E686755-FF90-D3F4-8B1D-E2C83F18EB92}"/>
              </a:ext>
            </a:extLst>
          </p:cNvPr>
          <p:cNvPicPr>
            <a:picLocks noChangeAspect="1"/>
          </p:cNvPicPr>
          <p:nvPr/>
        </p:nvPicPr>
        <p:blipFill>
          <a:blip r:embed="rId2"/>
          <a:srcRect r="8807" b="2"/>
          <a:stretch>
            <a:fillRect/>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66B99ED5-EA51-7B41-A12B-F08053E26F3F}"/>
              </a:ext>
            </a:extLst>
          </p:cNvPr>
          <p:cNvSpPr>
            <a:spLocks noGrp="1"/>
          </p:cNvSpPr>
          <p:nvPr>
            <p:ph idx="1"/>
          </p:nvPr>
        </p:nvSpPr>
        <p:spPr>
          <a:xfrm>
            <a:off x="8423910" y="2922624"/>
            <a:ext cx="3623310" cy="3409950"/>
          </a:xfrm>
        </p:spPr>
        <p:txBody>
          <a:bodyPr anchor="t">
            <a:normAutofit/>
          </a:bodyPr>
          <a:lstStyle/>
          <a:p>
            <a:pPr marL="0" indent="0">
              <a:buNone/>
            </a:pPr>
            <a:r>
              <a:rPr lang="en-US" dirty="0">
                <a:latin typeface="Arial" panose="020B0604020202020204" pitchFamily="34" charset="0"/>
                <a:cs typeface="Arial" panose="020B0604020202020204" pitchFamily="34" charset="0"/>
              </a:rPr>
              <a:t>This method is important because it essentially handles the user entry the project. The user needs to login their credentials so that the application know which session to pull up. (DeepSeek, 2025). </a:t>
            </a:r>
          </a:p>
        </p:txBody>
      </p:sp>
    </p:spTree>
    <p:extLst>
      <p:ext uri="{BB962C8B-B14F-4D97-AF65-F5344CB8AC3E}">
        <p14:creationId xmlns:p14="http://schemas.microsoft.com/office/powerpoint/2010/main" val="3803084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96DBC-CDBF-769E-EA6B-0142AA8747BC}"/>
              </a:ext>
            </a:extLst>
          </p:cNvPr>
          <p:cNvSpPr>
            <a:spLocks noGrp="1"/>
          </p:cNvSpPr>
          <p:nvPr>
            <p:ph type="title"/>
          </p:nvPr>
        </p:nvSpPr>
        <p:spPr>
          <a:xfrm>
            <a:off x="672252" y="283556"/>
            <a:ext cx="2983229" cy="2612976"/>
          </a:xfrm>
        </p:spPr>
        <p:txBody>
          <a:bodyPr vert="horz" lIns="91440" tIns="45720" rIns="91440" bIns="45720" rtlCol="0" anchor="t">
            <a:normAutofit/>
          </a:bodyPr>
          <a:lstStyle/>
          <a:p>
            <a:r>
              <a:rPr lang="en-US" sz="4400" dirty="0"/>
              <a:t>Base Controller</a:t>
            </a:r>
            <a:br>
              <a:rPr lang="en-US" sz="4400" dirty="0"/>
            </a:br>
            <a:endParaRPr lang="en-US" sz="4400" dirty="0"/>
          </a:p>
        </p:txBody>
      </p:sp>
      <p:pic>
        <p:nvPicPr>
          <p:cNvPr id="7" name="Content Placeholder 6" descr="A computer screen with colorful text&#10;&#10;AI-generated content may be incorrect.">
            <a:extLst>
              <a:ext uri="{FF2B5EF4-FFF2-40B4-BE49-F238E27FC236}">
                <a16:creationId xmlns:a16="http://schemas.microsoft.com/office/drawing/2014/main" id="{616842BC-C6B2-11B8-411A-20483B5ACBBD}"/>
              </a:ext>
            </a:extLst>
          </p:cNvPr>
          <p:cNvPicPr>
            <a:picLocks noGrp="1" noChangeAspect="1"/>
          </p:cNvPicPr>
          <p:nvPr>
            <p:ph idx="1"/>
          </p:nvPr>
        </p:nvPicPr>
        <p:blipFill>
          <a:blip r:embed="rId2"/>
          <a:stretch>
            <a:fillRect/>
          </a:stretch>
        </p:blipFill>
        <p:spPr>
          <a:xfrm>
            <a:off x="4229100" y="2176580"/>
            <a:ext cx="7290648" cy="1439903"/>
          </a:xfrm>
          <a:prstGeom prst="rect">
            <a:avLst/>
          </a:prstGeom>
        </p:spPr>
      </p:pic>
      <p:cxnSp>
        <p:nvCxnSpPr>
          <p:cNvPr id="23" name="Straight Connector 22">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D99507D-9C5B-2E7E-0ACD-3063A15DF6D5}"/>
              </a:ext>
            </a:extLst>
          </p:cNvPr>
          <p:cNvSpPr txBox="1"/>
          <p:nvPr/>
        </p:nvSpPr>
        <p:spPr>
          <a:xfrm>
            <a:off x="868680" y="4183381"/>
            <a:ext cx="102870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method is very important because it keeps the application secure. This method makes sure that all the users are in their respected pages and authentication is present. (DeepSeek, 2025). </a:t>
            </a:r>
          </a:p>
        </p:txBody>
      </p:sp>
    </p:spTree>
    <p:extLst>
      <p:ext uri="{BB962C8B-B14F-4D97-AF65-F5344CB8AC3E}">
        <p14:creationId xmlns:p14="http://schemas.microsoft.com/office/powerpoint/2010/main" val="75930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DC312-E4CF-FB28-AE3F-CC40B7A24A52}"/>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3100"/>
              <a:t>Claim Controller</a:t>
            </a:r>
            <a:endParaRPr lang="en-US" sz="3100" dirty="0"/>
          </a:p>
        </p:txBody>
      </p:sp>
      <p:pic>
        <p:nvPicPr>
          <p:cNvPr id="5" name="Content Placeholder 4" descr="A computer screen shot of a program&#10;&#10;AI-generated content may be incorrect.">
            <a:extLst>
              <a:ext uri="{FF2B5EF4-FFF2-40B4-BE49-F238E27FC236}">
                <a16:creationId xmlns:a16="http://schemas.microsoft.com/office/drawing/2014/main" id="{5A7E173C-58D8-E572-7F83-4DFEE8987245}"/>
              </a:ext>
            </a:extLst>
          </p:cNvPr>
          <p:cNvPicPr>
            <a:picLocks noGrp="1" noChangeAspect="1"/>
          </p:cNvPicPr>
          <p:nvPr>
            <p:ph idx="1"/>
          </p:nvPr>
        </p:nvPicPr>
        <p:blipFill>
          <a:blip r:embed="rId2"/>
          <a:stretch>
            <a:fillRect/>
          </a:stretch>
        </p:blipFill>
        <p:spPr>
          <a:xfrm>
            <a:off x="4445223" y="990201"/>
            <a:ext cx="6858401"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0927B97-2DE5-40E4-F89E-FA05682BF73B}"/>
              </a:ext>
            </a:extLst>
          </p:cNvPr>
          <p:cNvSpPr txBox="1"/>
          <p:nvPr/>
        </p:nvSpPr>
        <p:spPr>
          <a:xfrm>
            <a:off x="713232" y="2331720"/>
            <a:ext cx="2843615"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methods helps the lecturer create their claims. The method also contains rules of the automated HR hourly rate</a:t>
            </a:r>
            <a:r>
              <a:rPr lang="en-US" dirty="0"/>
              <a:t>. </a:t>
            </a:r>
            <a:r>
              <a:rPr lang="en-US" dirty="0">
                <a:latin typeface="Arial" panose="020B0604020202020204" pitchFamily="34" charset="0"/>
                <a:cs typeface="Arial" panose="020B0604020202020204" pitchFamily="34" charset="0"/>
              </a:rPr>
              <a:t>(DeepSeek, 2025). </a:t>
            </a:r>
            <a:endParaRPr lang="en-US" dirty="0"/>
          </a:p>
        </p:txBody>
      </p:sp>
    </p:spTree>
    <p:extLst>
      <p:ext uri="{BB962C8B-B14F-4D97-AF65-F5344CB8AC3E}">
        <p14:creationId xmlns:p14="http://schemas.microsoft.com/office/powerpoint/2010/main" val="1924026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0ED62F-59A8-BC11-854D-BCCF771282AB}"/>
              </a:ext>
            </a:extLst>
          </p:cNvPr>
          <p:cNvSpPr>
            <a:spLocks noGrp="1"/>
          </p:cNvSpPr>
          <p:nvPr>
            <p:ph type="title"/>
          </p:nvPr>
        </p:nvSpPr>
        <p:spPr>
          <a:xfrm>
            <a:off x="7269904" y="914400"/>
            <a:ext cx="4261104" cy="1097280"/>
          </a:xfrm>
        </p:spPr>
        <p:txBody>
          <a:bodyPr anchor="t">
            <a:normAutofit/>
          </a:bodyPr>
          <a:lstStyle/>
          <a:p>
            <a:r>
              <a:rPr lang="en-US" sz="3600"/>
              <a:t>HomeController</a:t>
            </a:r>
          </a:p>
        </p:txBody>
      </p:sp>
      <p:pic>
        <p:nvPicPr>
          <p:cNvPr id="5" name="Content Placeholder 4" descr="A computer screen shot of a program code&#10;&#10;AI-generated content may be incorrect.">
            <a:extLst>
              <a:ext uri="{FF2B5EF4-FFF2-40B4-BE49-F238E27FC236}">
                <a16:creationId xmlns:a16="http://schemas.microsoft.com/office/drawing/2014/main" id="{C73A57FE-6ADF-C277-F0AA-50F39389851D}"/>
              </a:ext>
            </a:extLst>
          </p:cNvPr>
          <p:cNvPicPr>
            <a:picLocks noChangeAspect="1"/>
          </p:cNvPicPr>
          <p:nvPr/>
        </p:nvPicPr>
        <p:blipFill>
          <a:blip r:embed="rId2"/>
          <a:srcRect r="13263" b="-1"/>
          <a:stretch>
            <a:fillRect/>
          </a:stretch>
        </p:blipFill>
        <p:spPr>
          <a:xfrm>
            <a:off x="-1" y="914399"/>
            <a:ext cx="6657255" cy="5353523"/>
          </a:xfrm>
          <a:prstGeom prst="rect">
            <a:avLst/>
          </a:prstGeom>
        </p:spPr>
      </p:pic>
      <p:cxnSp>
        <p:nvCxnSpPr>
          <p:cNvPr id="17" name="Straight Connector 16">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8" name="Content Placeholder 8">
            <a:extLst>
              <a:ext uri="{FF2B5EF4-FFF2-40B4-BE49-F238E27FC236}">
                <a16:creationId xmlns:a16="http://schemas.microsoft.com/office/drawing/2014/main" id="{0C177BB3-C366-CC20-1D1F-D3F61DF4AF36}"/>
              </a:ext>
            </a:extLst>
          </p:cNvPr>
          <p:cNvSpPr>
            <a:spLocks noGrp="1"/>
          </p:cNvSpPr>
          <p:nvPr>
            <p:ph idx="1"/>
          </p:nvPr>
        </p:nvSpPr>
        <p:spPr>
          <a:xfrm>
            <a:off x="7269905" y="2176036"/>
            <a:ext cx="4261104" cy="4121887"/>
          </a:xfrm>
        </p:spPr>
        <p:txBody>
          <a:bodyPr>
            <a:normAutofit/>
          </a:bodyPr>
          <a:lstStyle/>
          <a:p>
            <a:r>
              <a:rPr lang="en-US" dirty="0">
                <a:latin typeface="Arial" panose="020B0604020202020204" pitchFamily="34" charset="0"/>
                <a:cs typeface="Arial" panose="020B0604020202020204" pitchFamily="34" charset="0"/>
              </a:rPr>
              <a:t>This method is key because it helps display the content of every user's pages. (DeepSeek, 2025). </a:t>
            </a:r>
          </a:p>
        </p:txBody>
      </p:sp>
    </p:spTree>
    <p:extLst>
      <p:ext uri="{BB962C8B-B14F-4D97-AF65-F5344CB8AC3E}">
        <p14:creationId xmlns:p14="http://schemas.microsoft.com/office/powerpoint/2010/main" val="1992359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40EFB5-2A83-7AFC-10CC-F861DBB6EAA0}"/>
              </a:ext>
            </a:extLst>
          </p:cNvPr>
          <p:cNvSpPr>
            <a:spLocks noGrp="1"/>
          </p:cNvSpPr>
          <p:nvPr>
            <p:ph type="title"/>
          </p:nvPr>
        </p:nvSpPr>
        <p:spPr>
          <a:xfrm>
            <a:off x="640079" y="914400"/>
            <a:ext cx="4261104" cy="1097280"/>
          </a:xfrm>
        </p:spPr>
        <p:txBody>
          <a:bodyPr anchor="t">
            <a:normAutofit/>
          </a:bodyPr>
          <a:lstStyle/>
          <a:p>
            <a:r>
              <a:rPr lang="en-US" sz="3600" dirty="0"/>
              <a:t>Review Controller</a:t>
            </a:r>
          </a:p>
        </p:txBody>
      </p:sp>
      <p:sp>
        <p:nvSpPr>
          <p:cNvPr id="17" name="Content Placeholder 8">
            <a:extLst>
              <a:ext uri="{FF2B5EF4-FFF2-40B4-BE49-F238E27FC236}">
                <a16:creationId xmlns:a16="http://schemas.microsoft.com/office/drawing/2014/main" id="{2E1F0C10-E50F-7634-68B5-E00FE37BECD8}"/>
              </a:ext>
            </a:extLst>
          </p:cNvPr>
          <p:cNvSpPr>
            <a:spLocks noGrp="1"/>
          </p:cNvSpPr>
          <p:nvPr>
            <p:ph idx="1"/>
          </p:nvPr>
        </p:nvSpPr>
        <p:spPr>
          <a:xfrm>
            <a:off x="640079" y="2176036"/>
            <a:ext cx="4261104" cy="4121887"/>
          </a:xfrm>
        </p:spPr>
        <p:txBody>
          <a:bodyPr>
            <a:normAutofit/>
          </a:bodyPr>
          <a:lstStyle/>
          <a:p>
            <a:r>
              <a:rPr lang="en-US" dirty="0">
                <a:latin typeface="Arial" panose="020B0604020202020204" pitchFamily="34" charset="0"/>
                <a:cs typeface="Arial" panose="020B0604020202020204" pitchFamily="34" charset="0"/>
              </a:rPr>
              <a:t>This method is important because it helps get the approval process going. If this method is not present, then the claim would not be able to be passed down the academic manager which will mean that the claim can't be full approved. (DeepSeek, 2025). </a:t>
            </a:r>
          </a:p>
        </p:txBody>
      </p:sp>
      <p:pic>
        <p:nvPicPr>
          <p:cNvPr id="5" name="Content Placeholder 4" descr="A screen shot of a computer program&#10;&#10;AI-generated content may be incorrect.">
            <a:extLst>
              <a:ext uri="{FF2B5EF4-FFF2-40B4-BE49-F238E27FC236}">
                <a16:creationId xmlns:a16="http://schemas.microsoft.com/office/drawing/2014/main" id="{D1E9005A-8D52-BF10-1628-ABC3FC6DFC73}"/>
              </a:ext>
            </a:extLst>
          </p:cNvPr>
          <p:cNvPicPr>
            <a:picLocks noChangeAspect="1"/>
          </p:cNvPicPr>
          <p:nvPr/>
        </p:nvPicPr>
        <p:blipFill>
          <a:blip r:embed="rId2"/>
          <a:srcRect r="15344" b="-1"/>
          <a:stretch>
            <a:fillRect/>
          </a:stretch>
        </p:blipFill>
        <p:spPr>
          <a:xfrm>
            <a:off x="5671128" y="914399"/>
            <a:ext cx="6520872" cy="5353521"/>
          </a:xfrm>
          <a:prstGeom prst="rect">
            <a:avLst/>
          </a:prstGeom>
        </p:spPr>
      </p:pic>
      <p:cxnSp>
        <p:nvCxnSpPr>
          <p:cNvPr id="18" name="Straight Connector 17">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914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CFA0D-D36B-725D-2C9D-C6A06D23882D}"/>
              </a:ext>
            </a:extLst>
          </p:cNvPr>
          <p:cNvSpPr>
            <a:spLocks noGrp="1"/>
          </p:cNvSpPr>
          <p:nvPr>
            <p:ph type="title"/>
          </p:nvPr>
        </p:nvSpPr>
        <p:spPr/>
        <p:txBody>
          <a:bodyPr/>
          <a:lstStyle/>
          <a:p>
            <a:r>
              <a:rPr lang="en-US" dirty="0"/>
              <a:t>Referencing</a:t>
            </a:r>
          </a:p>
        </p:txBody>
      </p:sp>
      <p:sp>
        <p:nvSpPr>
          <p:cNvPr id="3" name="Content Placeholder 2">
            <a:extLst>
              <a:ext uri="{FF2B5EF4-FFF2-40B4-BE49-F238E27FC236}">
                <a16:creationId xmlns:a16="http://schemas.microsoft.com/office/drawing/2014/main" id="{A0100383-090D-BBDA-588E-E38A93C8622B}"/>
              </a:ext>
            </a:extLst>
          </p:cNvPr>
          <p:cNvSpPr>
            <a:spLocks noGrp="1"/>
          </p:cNvSpPr>
          <p:nvPr>
            <p:ph idx="1"/>
          </p:nvPr>
        </p:nvSpPr>
        <p:spPr>
          <a:xfrm>
            <a:off x="640079" y="2276856"/>
            <a:ext cx="10890928" cy="4224528"/>
          </a:xfrm>
        </p:spPr>
        <p:txBody>
          <a:bodyPr/>
          <a:lstStyle/>
          <a:p>
            <a:r>
              <a:rPr lang="en-US" dirty="0">
                <a:latin typeface="Arial" panose="020B0604020202020204" pitchFamily="34" charset="0"/>
                <a:cs typeface="Arial" panose="020B0604020202020204" pitchFamily="34" charset="0"/>
              </a:rPr>
              <a:t>Dot Net Tutorials, (N/A). Sessions in ASP.NET Core MVC. Available at: &lt; </a:t>
            </a:r>
            <a:r>
              <a:rPr lang="en-US"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https://dotnettutorials.net/lesson/sessions-in-asp-net-core-mvc/</a:t>
            </a:r>
            <a:r>
              <a:rPr lang="en-US" dirty="0">
                <a:latin typeface="Arial" panose="020B0604020202020204" pitchFamily="34" charset="0"/>
                <a:cs typeface="Arial" panose="020B0604020202020204" pitchFamily="34" charset="0"/>
              </a:rPr>
              <a:t> &gt; (Accessed: 18 November 2025).</a:t>
            </a:r>
          </a:p>
          <a:p>
            <a:r>
              <a:rPr lang="en-US" dirty="0">
                <a:latin typeface="Arial" panose="020B0604020202020204" pitchFamily="34" charset="0"/>
                <a:cs typeface="Arial" panose="020B0604020202020204" pitchFamily="34" charset="0"/>
              </a:rPr>
              <a:t>DeepSeek, (2025). DeepSeek [AI model]. Available at: &lt; </a:t>
            </a:r>
            <a:r>
              <a:rPr lang="en-US" u="sng"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https://chat.deepseek.com/a/chat/s/9ec6d300-3f2e-4ab8-8ce9-3042fc2fad90</a:t>
            </a:r>
            <a:r>
              <a:rPr lang="en-US" u="sng"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&gt; (Accessed: 21 November 2025).</a:t>
            </a:r>
          </a:p>
          <a:p>
            <a:r>
              <a:rPr lang="en-US"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The Independent Institute of Education, 2025. Programming [PROG6212]. Nt. [online via internal VLE] The Independent Institute of Education,</a:t>
            </a:r>
            <a:r>
              <a:rPr lang="en-US" dirty="0">
                <a:latin typeface="Arial" panose="020B0604020202020204" pitchFamily="34" charset="0"/>
                <a:cs typeface="Arial" panose="020B0604020202020204" pitchFamily="34" charset="0"/>
              </a:rPr>
              <a:t> Available at:</a:t>
            </a:r>
            <a:r>
              <a:rPr lang="en-US"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&lt; 2BPROG6212POE.docx</a:t>
            </a:r>
            <a:r>
              <a:rPr lang="en-US" dirty="0">
                <a:latin typeface="Arial" panose="020B0604020202020204" pitchFamily="34" charset="0"/>
                <a:cs typeface="Arial" panose="020B0604020202020204" pitchFamily="34" charset="0"/>
              </a:rPr>
              <a:t> &gt;[Accessed Date: 1 March 2025].</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6873914"/>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445</TotalTime>
  <Words>856</Words>
  <Application>Microsoft Macintosh PowerPoint</Application>
  <PresentationFormat>Widescreen</PresentationFormat>
  <Paragraphs>38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Grandview Display</vt:lpstr>
      <vt:lpstr>DashVTI</vt:lpstr>
      <vt:lpstr>Monthly Claim System</vt:lpstr>
      <vt:lpstr>Project Overview </vt:lpstr>
      <vt:lpstr>Extra Features and techniques </vt:lpstr>
      <vt:lpstr>Security and Role Implementation</vt:lpstr>
      <vt:lpstr>Security Architecture  </vt:lpstr>
      <vt:lpstr>Role Implementation </vt:lpstr>
      <vt:lpstr>Brief code overview  Account Controller </vt:lpstr>
      <vt:lpstr>Base Controller </vt:lpstr>
      <vt:lpstr>Claim Controller</vt:lpstr>
      <vt:lpstr>HomeController</vt:lpstr>
      <vt:lpstr>Review Controller</vt:lpstr>
      <vt:lpstr>Referencing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Amile Ndalo Dlamini</dc:creator>
  <cp:lastModifiedBy>Amile Ndalo Dlamini</cp:lastModifiedBy>
  <cp:revision>1</cp:revision>
  <dcterms:created xsi:type="dcterms:W3CDTF">2025-11-19T05:28:14Z</dcterms:created>
  <dcterms:modified xsi:type="dcterms:W3CDTF">2025-11-21T11:43:46Z</dcterms:modified>
</cp:coreProperties>
</file>